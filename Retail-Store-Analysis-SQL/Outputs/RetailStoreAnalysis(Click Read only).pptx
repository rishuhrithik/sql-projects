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87" r:id="rId1"/>
  </p:sldMasterIdLst>
  <p:notesMasterIdLst>
    <p:notesMasterId r:id="rId49"/>
  </p:notesMasterIdLst>
  <p:handoutMasterIdLst>
    <p:handoutMasterId r:id="rId50"/>
  </p:handoutMasterIdLst>
  <p:sldIdLst>
    <p:sldId id="257" r:id="rId2"/>
    <p:sldId id="301" r:id="rId3"/>
    <p:sldId id="302" r:id="rId4"/>
    <p:sldId id="303" r:id="rId5"/>
    <p:sldId id="304" r:id="rId6"/>
    <p:sldId id="260" r:id="rId7"/>
    <p:sldId id="305" r:id="rId8"/>
    <p:sldId id="261" r:id="rId9"/>
    <p:sldId id="262" r:id="rId10"/>
    <p:sldId id="263" r:id="rId11"/>
    <p:sldId id="264" r:id="rId12"/>
    <p:sldId id="265" r:id="rId13"/>
    <p:sldId id="267" r:id="rId14"/>
    <p:sldId id="256"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9906000" cy="6858000" type="A4"/>
  <p:notesSz cx="10234613" cy="7104063"/>
  <p:embeddedFontLst>
    <p:embeddedFont>
      <p:font typeface="Wingdings 3" panose="05040102010807070707" pitchFamily="18" charset="2"/>
      <p:regular r:id="rId5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jEYJNljtI8YuOAfw6mQ7oQ==" hashData="zlxeEly1yHPki4VwNcrcuFCfSzKW9UEJ4csNG/yXQehPMsLmkvvY0QOBhXy+EyDM7qCjSbJbgfUpcfK4Ge8FaQ=="/>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033" autoAdjust="0"/>
  </p:normalViewPr>
  <p:slideViewPr>
    <p:cSldViewPr snapToGrid="0">
      <p:cViewPr varScale="1">
        <p:scale>
          <a:sx n="82" d="100"/>
          <a:sy n="82" d="100"/>
        </p:scale>
        <p:origin x="1459" y="72"/>
      </p:cViewPr>
      <p:guideLst/>
    </p:cSldViewPr>
  </p:slideViewPr>
  <p:notesTextViewPr>
    <p:cViewPr>
      <p:scale>
        <a:sx n="1" d="1"/>
        <a:sy n="1" d="1"/>
      </p:scale>
      <p:origin x="0" y="0"/>
    </p:cViewPr>
  </p:notesTextViewPr>
  <p:notesViewPr>
    <p:cSldViewPr snapToGrid="0">
      <p:cViewPr varScale="1">
        <p:scale>
          <a:sx n="57" d="100"/>
          <a:sy n="57" d="100"/>
        </p:scale>
        <p:origin x="3254"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27F011-B628-C6DC-782A-9786EDD47221}"/>
              </a:ext>
            </a:extLst>
          </p:cNvPr>
          <p:cNvSpPr>
            <a:spLocks noGrp="1"/>
          </p:cNvSpPr>
          <p:nvPr>
            <p:ph type="hdr" sz="quarter"/>
          </p:nvPr>
        </p:nvSpPr>
        <p:spPr>
          <a:xfrm>
            <a:off x="4" y="4"/>
            <a:ext cx="4435444" cy="355906"/>
          </a:xfrm>
          <a:prstGeom prst="rect">
            <a:avLst/>
          </a:prstGeom>
        </p:spPr>
        <p:txBody>
          <a:bodyPr vert="horz" lIns="93644" tIns="46822" rIns="93644" bIns="46822" rtlCol="0"/>
          <a:lstStyle>
            <a:lvl1pPr algn="l">
              <a:defRPr sz="1500"/>
            </a:lvl1pPr>
          </a:lstStyle>
          <a:p>
            <a:endParaRPr lang="en-IN"/>
          </a:p>
        </p:txBody>
      </p:sp>
      <p:sp>
        <p:nvSpPr>
          <p:cNvPr id="3" name="Date Placeholder 2">
            <a:extLst>
              <a:ext uri="{FF2B5EF4-FFF2-40B4-BE49-F238E27FC236}">
                <a16:creationId xmlns:a16="http://schemas.microsoft.com/office/drawing/2014/main" id="{3BEBEC25-F75B-E8B6-4EB6-033AC359E4CB}"/>
              </a:ext>
            </a:extLst>
          </p:cNvPr>
          <p:cNvSpPr>
            <a:spLocks noGrp="1"/>
          </p:cNvSpPr>
          <p:nvPr>
            <p:ph type="dt" sz="quarter" idx="1"/>
          </p:nvPr>
        </p:nvSpPr>
        <p:spPr>
          <a:xfrm>
            <a:off x="5796952" y="4"/>
            <a:ext cx="4435444" cy="355906"/>
          </a:xfrm>
          <a:prstGeom prst="rect">
            <a:avLst/>
          </a:prstGeom>
        </p:spPr>
        <p:txBody>
          <a:bodyPr vert="horz" lIns="93644" tIns="46822" rIns="93644" bIns="46822" rtlCol="0"/>
          <a:lstStyle>
            <a:lvl1pPr algn="r">
              <a:defRPr sz="1500"/>
            </a:lvl1pPr>
          </a:lstStyle>
          <a:p>
            <a:fld id="{0FA0CC37-8ECF-451F-BE2E-D7A4E425DA65}" type="datetimeFigureOut">
              <a:rPr lang="en-IN" smtClean="0"/>
              <a:t>23-02-2026</a:t>
            </a:fld>
            <a:endParaRPr lang="en-IN"/>
          </a:p>
        </p:txBody>
      </p:sp>
      <p:sp>
        <p:nvSpPr>
          <p:cNvPr id="4" name="Footer Placeholder 3">
            <a:extLst>
              <a:ext uri="{FF2B5EF4-FFF2-40B4-BE49-F238E27FC236}">
                <a16:creationId xmlns:a16="http://schemas.microsoft.com/office/drawing/2014/main" id="{BB34603C-1F96-5023-CAD7-E436AE153905}"/>
              </a:ext>
            </a:extLst>
          </p:cNvPr>
          <p:cNvSpPr>
            <a:spLocks noGrp="1"/>
          </p:cNvSpPr>
          <p:nvPr>
            <p:ph type="ftr" sz="quarter" idx="2"/>
          </p:nvPr>
        </p:nvSpPr>
        <p:spPr>
          <a:xfrm>
            <a:off x="4" y="6748160"/>
            <a:ext cx="4435444" cy="355906"/>
          </a:xfrm>
          <a:prstGeom prst="rect">
            <a:avLst/>
          </a:prstGeom>
        </p:spPr>
        <p:txBody>
          <a:bodyPr vert="horz" lIns="93644" tIns="46822" rIns="93644" bIns="46822" rtlCol="0" anchor="b"/>
          <a:lstStyle>
            <a:lvl1pPr algn="l">
              <a:defRPr sz="1500"/>
            </a:lvl1pPr>
          </a:lstStyle>
          <a:p>
            <a:endParaRPr lang="en-IN"/>
          </a:p>
        </p:txBody>
      </p:sp>
      <p:sp>
        <p:nvSpPr>
          <p:cNvPr id="5" name="Slide Number Placeholder 4">
            <a:extLst>
              <a:ext uri="{FF2B5EF4-FFF2-40B4-BE49-F238E27FC236}">
                <a16:creationId xmlns:a16="http://schemas.microsoft.com/office/drawing/2014/main" id="{58CE0B3F-7C6F-384D-BD99-1023246C7D88}"/>
              </a:ext>
            </a:extLst>
          </p:cNvPr>
          <p:cNvSpPr>
            <a:spLocks noGrp="1"/>
          </p:cNvSpPr>
          <p:nvPr>
            <p:ph type="sldNum" sz="quarter" idx="3"/>
          </p:nvPr>
        </p:nvSpPr>
        <p:spPr>
          <a:xfrm>
            <a:off x="5796952" y="6748160"/>
            <a:ext cx="4435444" cy="355906"/>
          </a:xfrm>
          <a:prstGeom prst="rect">
            <a:avLst/>
          </a:prstGeom>
        </p:spPr>
        <p:txBody>
          <a:bodyPr vert="horz" lIns="93644" tIns="46822" rIns="93644" bIns="46822" rtlCol="0" anchor="b"/>
          <a:lstStyle>
            <a:lvl1pPr algn="r">
              <a:defRPr sz="1500"/>
            </a:lvl1pPr>
          </a:lstStyle>
          <a:p>
            <a:fld id="{717AA36D-4E45-4C22-8B8F-5EA5749D346E}" type="slidenum">
              <a:rPr lang="en-IN" smtClean="0"/>
              <a:t>‹#›</a:t>
            </a:fld>
            <a:endParaRPr lang="en-IN"/>
          </a:p>
        </p:txBody>
      </p:sp>
    </p:spTree>
    <p:extLst>
      <p:ext uri="{BB962C8B-B14F-4D97-AF65-F5344CB8AC3E}">
        <p14:creationId xmlns:p14="http://schemas.microsoft.com/office/powerpoint/2010/main" val="38853863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4434998" cy="356435"/>
          </a:xfrm>
          <a:prstGeom prst="rect">
            <a:avLst/>
          </a:prstGeom>
        </p:spPr>
        <p:txBody>
          <a:bodyPr vert="horz" lIns="98991" tIns="49495" rIns="98991" bIns="49495" rtlCol="0"/>
          <a:lstStyle>
            <a:lvl1pPr algn="l">
              <a:defRPr sz="1500"/>
            </a:lvl1pPr>
          </a:lstStyle>
          <a:p>
            <a:endParaRPr lang="en-IN"/>
          </a:p>
        </p:txBody>
      </p:sp>
      <p:sp>
        <p:nvSpPr>
          <p:cNvPr id="3" name="Date Placeholder 2"/>
          <p:cNvSpPr>
            <a:spLocks noGrp="1"/>
          </p:cNvSpPr>
          <p:nvPr>
            <p:ph type="dt" idx="1"/>
          </p:nvPr>
        </p:nvSpPr>
        <p:spPr>
          <a:xfrm>
            <a:off x="5797249" y="2"/>
            <a:ext cx="4434998" cy="356435"/>
          </a:xfrm>
          <a:prstGeom prst="rect">
            <a:avLst/>
          </a:prstGeom>
        </p:spPr>
        <p:txBody>
          <a:bodyPr vert="horz" lIns="98991" tIns="49495" rIns="98991" bIns="49495" rtlCol="0"/>
          <a:lstStyle>
            <a:lvl1pPr algn="r">
              <a:defRPr sz="1500"/>
            </a:lvl1pPr>
          </a:lstStyle>
          <a:p>
            <a:fld id="{0C688A35-D111-499E-970D-47D7FC8B5AAD}" type="datetimeFigureOut">
              <a:rPr lang="en-IN" smtClean="0"/>
              <a:t>23-02-2026</a:t>
            </a:fld>
            <a:endParaRPr lang="en-IN"/>
          </a:p>
        </p:txBody>
      </p:sp>
      <p:sp>
        <p:nvSpPr>
          <p:cNvPr id="4" name="Slide Image Placeholder 3"/>
          <p:cNvSpPr>
            <a:spLocks noGrp="1" noRot="1" noChangeAspect="1"/>
          </p:cNvSpPr>
          <p:nvPr>
            <p:ph type="sldImg" idx="2"/>
          </p:nvPr>
        </p:nvSpPr>
        <p:spPr>
          <a:xfrm>
            <a:off x="3381375" y="885825"/>
            <a:ext cx="3471863" cy="2403475"/>
          </a:xfrm>
          <a:prstGeom prst="rect">
            <a:avLst/>
          </a:prstGeom>
          <a:noFill/>
          <a:ln w="12700">
            <a:solidFill>
              <a:prstClr val="black"/>
            </a:solidFill>
          </a:ln>
        </p:spPr>
        <p:txBody>
          <a:bodyPr vert="horz" lIns="98991" tIns="49495" rIns="98991" bIns="49495" rtlCol="0" anchor="ctr"/>
          <a:lstStyle/>
          <a:p>
            <a:endParaRPr lang="en-IN"/>
          </a:p>
        </p:txBody>
      </p:sp>
      <p:sp>
        <p:nvSpPr>
          <p:cNvPr id="5" name="Notes Placeholder 4"/>
          <p:cNvSpPr>
            <a:spLocks noGrp="1"/>
          </p:cNvSpPr>
          <p:nvPr>
            <p:ph type="body" sz="quarter" idx="3"/>
          </p:nvPr>
        </p:nvSpPr>
        <p:spPr>
          <a:xfrm>
            <a:off x="1023462" y="3418830"/>
            <a:ext cx="8187690" cy="2797226"/>
          </a:xfrm>
          <a:prstGeom prst="rect">
            <a:avLst/>
          </a:prstGeom>
        </p:spPr>
        <p:txBody>
          <a:bodyPr vert="horz" lIns="98991" tIns="49495" rIns="98991" bIns="4949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1" y="6747631"/>
            <a:ext cx="4434998" cy="356435"/>
          </a:xfrm>
          <a:prstGeom prst="rect">
            <a:avLst/>
          </a:prstGeom>
        </p:spPr>
        <p:txBody>
          <a:bodyPr vert="horz" lIns="98991" tIns="49495" rIns="98991" bIns="49495" rtlCol="0" anchor="b"/>
          <a:lstStyle>
            <a:lvl1pPr algn="l">
              <a:defRPr sz="1500"/>
            </a:lvl1pPr>
          </a:lstStyle>
          <a:p>
            <a:endParaRPr lang="en-IN"/>
          </a:p>
        </p:txBody>
      </p:sp>
      <p:sp>
        <p:nvSpPr>
          <p:cNvPr id="7" name="Slide Number Placeholder 6"/>
          <p:cNvSpPr>
            <a:spLocks noGrp="1"/>
          </p:cNvSpPr>
          <p:nvPr>
            <p:ph type="sldNum" sz="quarter" idx="5"/>
          </p:nvPr>
        </p:nvSpPr>
        <p:spPr>
          <a:xfrm>
            <a:off x="5797249" y="6747631"/>
            <a:ext cx="4434998" cy="356435"/>
          </a:xfrm>
          <a:prstGeom prst="rect">
            <a:avLst/>
          </a:prstGeom>
        </p:spPr>
        <p:txBody>
          <a:bodyPr vert="horz" lIns="98991" tIns="49495" rIns="98991" bIns="49495" rtlCol="0" anchor="b"/>
          <a:lstStyle>
            <a:lvl1pPr algn="r">
              <a:defRPr sz="1500"/>
            </a:lvl1pPr>
          </a:lstStyle>
          <a:p>
            <a:fld id="{FA23A5C5-CDAE-49AE-9637-FDCF0E149276}" type="slidenum">
              <a:rPr lang="en-IN" smtClean="0"/>
              <a:t>‹#›</a:t>
            </a:fld>
            <a:endParaRPr lang="en-IN"/>
          </a:p>
        </p:txBody>
      </p:sp>
    </p:spTree>
    <p:extLst>
      <p:ext uri="{BB962C8B-B14F-4D97-AF65-F5344CB8AC3E}">
        <p14:creationId xmlns:p14="http://schemas.microsoft.com/office/powerpoint/2010/main" val="3829129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720" y="0"/>
            <a:ext cx="9907720"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938644" y="2226504"/>
            <a:ext cx="6410819" cy="2550877"/>
          </a:xfrm>
          <a:prstGeom prst="rect">
            <a:avLst/>
          </a:prstGeo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938644" y="4777380"/>
            <a:ext cx="6410819" cy="861420"/>
          </a:xfrm>
          <a:prstGeom prst="rect">
            <a:avLst/>
          </a:prstGeo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8164196" y="1819273"/>
            <a:ext cx="990599" cy="247714"/>
          </a:xfrm>
          <a:prstGeom prst="rect">
            <a:avLst/>
          </a:prstGeom>
        </p:spPr>
        <p:txBody>
          <a:bodyPr anchor="t"/>
          <a:lstStyle>
            <a:lvl1pPr algn="l">
              <a:defRPr b="0" i="0">
                <a:solidFill>
                  <a:schemeClr val="bg1">
                    <a:alpha val="60000"/>
                  </a:schemeClr>
                </a:solidFill>
              </a:defRPr>
            </a:lvl1pPr>
          </a:lstStyle>
          <a:p>
            <a:fld id="{42B3E000-141D-47D0-8146-28D8E5FC68DB}" type="datetimeFigureOut">
              <a:rPr lang="en-IN" smtClean="0"/>
              <a:t>23-02-2026</a:t>
            </a:fld>
            <a:endParaRPr lang="en-IN"/>
          </a:p>
        </p:txBody>
      </p:sp>
      <p:sp>
        <p:nvSpPr>
          <p:cNvPr id="5" name="Footer Placeholder 4"/>
          <p:cNvSpPr>
            <a:spLocks noGrp="1"/>
          </p:cNvSpPr>
          <p:nvPr>
            <p:ph type="ftr" sz="quarter" idx="11"/>
          </p:nvPr>
        </p:nvSpPr>
        <p:spPr bwMode="gray">
          <a:xfrm rot="5400000">
            <a:off x="6916717" y="3254881"/>
            <a:ext cx="3859795" cy="247715"/>
          </a:xfrm>
          <a:prstGeom prst="rect">
            <a:avLst/>
          </a:prstGeom>
        </p:spPr>
        <p:txBody>
          <a:bodyPr/>
          <a:lstStyle>
            <a:lvl1pPr>
              <a:defRPr b="0" i="0">
                <a:solidFill>
                  <a:schemeClr val="bg1">
                    <a:alpha val="60000"/>
                  </a:schemeClr>
                </a:solidFill>
              </a:defRPr>
            </a:lvl1pPr>
          </a:lstStyle>
          <a:p>
            <a:endParaRPr lang="en-IN"/>
          </a:p>
        </p:txBody>
      </p:sp>
      <p:sp>
        <p:nvSpPr>
          <p:cNvPr id="11" name="Rectangle 10"/>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8318501" y="295731"/>
            <a:ext cx="857250" cy="767687"/>
          </a:xfrm>
          <a:prstGeom prst="rect">
            <a:avLst/>
          </a:prstGeom>
        </p:spPr>
        <p:txBody>
          <a:bodyPr anchor="b"/>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3549326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38134" y="927099"/>
            <a:ext cx="6872311" cy="709865"/>
          </a:xfrm>
          <a:prstGeom prst="rect">
            <a:avLst/>
          </a:prstGeo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936414" y="2489200"/>
            <a:ext cx="6874032" cy="35306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5" name="Footer Placeholder 4"/>
          <p:cNvSpPr>
            <a:spLocks noGrp="1"/>
          </p:cNvSpPr>
          <p:nvPr>
            <p:ph type="ftr" sz="quarter" idx="11"/>
          </p:nvPr>
        </p:nvSpPr>
        <p:spPr>
          <a:xfrm>
            <a:off x="640080" y="6365497"/>
            <a:ext cx="4181445" cy="228660"/>
          </a:xfrm>
          <a:prstGeom prst="rect">
            <a:avLst/>
          </a:prstGeom>
        </p:spPr>
        <p:txBody>
          <a:bodyPr/>
          <a:lstStyle/>
          <a:p>
            <a:endParaRPr lang="en-IN"/>
          </a:p>
        </p:txBody>
      </p:sp>
      <p:sp>
        <p:nvSpPr>
          <p:cNvPr id="6" name="Slide Number Placeholder 5"/>
          <p:cNvSpPr>
            <a:spLocks noGrp="1"/>
          </p:cNvSpPr>
          <p:nvPr>
            <p:ph type="sldNum" sz="quarter" idx="12"/>
          </p:nvPr>
        </p:nvSpPr>
        <p:spPr>
          <a:xfrm>
            <a:off x="8318501" y="295731"/>
            <a:ext cx="857250" cy="767687"/>
          </a:xfrm>
          <a:prstGeom prst="rect">
            <a:avLst/>
          </a:prstGeom>
        </p:spPr>
        <p:txBody>
          <a:bodyPr anchor="b"/>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45196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720" y="0"/>
            <a:ext cx="9907720"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50662" y="2257588"/>
            <a:ext cx="3348228" cy="3020344"/>
          </a:xfrm>
          <a:prstGeom prst="rect">
            <a:avLst/>
          </a:prstGeo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545866" y="2257588"/>
            <a:ext cx="3339392" cy="3020344"/>
          </a:xfrm>
          <a:prstGeom prst="rect">
            <a:avLst/>
          </a:prstGeo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5" name="Footer Placeholder 4"/>
          <p:cNvSpPr>
            <a:spLocks noGrp="1"/>
          </p:cNvSpPr>
          <p:nvPr>
            <p:ph type="ftr" sz="quarter" idx="11"/>
          </p:nvPr>
        </p:nvSpPr>
        <p:spPr>
          <a:xfrm>
            <a:off x="640080" y="6365497"/>
            <a:ext cx="4181445" cy="228660"/>
          </a:xfrm>
          <a:prstGeom prst="rect">
            <a:avLst/>
          </a:prstGeom>
        </p:spPr>
        <p:txBody>
          <a:bodyPr/>
          <a:lstStyle/>
          <a:p>
            <a:endParaRPr lang="en-IN"/>
          </a:p>
        </p:txBody>
      </p:sp>
      <p:sp>
        <p:nvSpPr>
          <p:cNvPr id="8" name="Rectangle 7"/>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318501" y="295731"/>
            <a:ext cx="857250" cy="767687"/>
          </a:xfrm>
          <a:prstGeom prst="rect">
            <a:avLst/>
          </a:prstGeom>
        </p:spPr>
        <p:txBody>
          <a:bodyPr anchor="b"/>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301650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38643" y="927100"/>
            <a:ext cx="6874032" cy="709865"/>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938643" y="2489201"/>
            <a:ext cx="3940062" cy="3530603"/>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27296" y="2489203"/>
            <a:ext cx="3940062" cy="3530600"/>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6" name="Footer Placeholder 5"/>
          <p:cNvSpPr>
            <a:spLocks noGrp="1"/>
          </p:cNvSpPr>
          <p:nvPr>
            <p:ph type="ftr" sz="quarter" idx="11"/>
          </p:nvPr>
        </p:nvSpPr>
        <p:spPr>
          <a:xfrm>
            <a:off x="640080" y="6365497"/>
            <a:ext cx="4181445" cy="228660"/>
          </a:xfrm>
          <a:prstGeom prst="rect">
            <a:avLst/>
          </a:prstGeom>
        </p:spPr>
        <p:txBody>
          <a:bodyPr/>
          <a:lstStyle/>
          <a:p>
            <a:endParaRPr lang="en-IN"/>
          </a:p>
        </p:txBody>
      </p:sp>
      <p:sp>
        <p:nvSpPr>
          <p:cNvPr id="7" name="Slide Number Placeholder 6"/>
          <p:cNvSpPr>
            <a:spLocks noGrp="1"/>
          </p:cNvSpPr>
          <p:nvPr>
            <p:ph type="sldNum" sz="quarter" idx="12"/>
          </p:nvPr>
        </p:nvSpPr>
        <p:spPr>
          <a:xfrm>
            <a:off x="8318501" y="295731"/>
            <a:ext cx="857250" cy="767687"/>
          </a:xfrm>
          <a:prstGeom prst="rect">
            <a:avLst/>
          </a:prstGeom>
        </p:spPr>
        <p:txBody>
          <a:bodyPr anchor="b"/>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3132962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38643" y="927100"/>
            <a:ext cx="6874032" cy="709865"/>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42411" y="2489200"/>
            <a:ext cx="3936294" cy="759290"/>
          </a:xfrm>
          <a:prstGeom prst="rect">
            <a:avLst/>
          </a:prstGeo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38643" y="3248491"/>
            <a:ext cx="3940062" cy="2771311"/>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27296" y="2489201"/>
            <a:ext cx="3940061" cy="756635"/>
          </a:xfrm>
          <a:prstGeom prst="rect">
            <a:avLst/>
          </a:prstGeo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27296" y="3245836"/>
            <a:ext cx="3940062" cy="2773967"/>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8" name="Footer Placeholder 7"/>
          <p:cNvSpPr>
            <a:spLocks noGrp="1"/>
          </p:cNvSpPr>
          <p:nvPr>
            <p:ph type="ftr" sz="quarter" idx="11"/>
          </p:nvPr>
        </p:nvSpPr>
        <p:spPr>
          <a:xfrm>
            <a:off x="640080" y="6365497"/>
            <a:ext cx="4181445" cy="228660"/>
          </a:xfrm>
          <a:prstGeom prst="rect">
            <a:avLst/>
          </a:prstGeom>
        </p:spPr>
        <p:txBody>
          <a:bodyPr/>
          <a:lstStyle/>
          <a:p>
            <a:endParaRPr lang="en-IN"/>
          </a:p>
        </p:txBody>
      </p:sp>
      <p:sp>
        <p:nvSpPr>
          <p:cNvPr id="9" name="Slide Number Placeholder 8"/>
          <p:cNvSpPr>
            <a:spLocks noGrp="1"/>
          </p:cNvSpPr>
          <p:nvPr>
            <p:ph type="sldNum" sz="quarter" idx="12"/>
          </p:nvPr>
        </p:nvSpPr>
        <p:spPr>
          <a:xfrm>
            <a:off x="8318501" y="295731"/>
            <a:ext cx="857250" cy="767687"/>
          </a:xfrm>
          <a:prstGeom prst="rect">
            <a:avLst/>
          </a:prstGeom>
        </p:spPr>
        <p:txBody>
          <a:bodyPr anchor="b"/>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2505738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38643" y="927100"/>
            <a:ext cx="6874032" cy="70986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205647" y="6365499"/>
            <a:ext cx="1073149" cy="228659"/>
          </a:xfrm>
          <a:prstGeom prst="rect">
            <a:avLst/>
          </a:prstGeom>
        </p:spPr>
        <p:txBody>
          <a:bodyPr/>
          <a:lstStyle/>
          <a:p>
            <a:fld id="{48F9C5B0-21BA-48EA-B067-5E37072B4F18}" type="datetimeFigureOut">
              <a:rPr lang="en-US" smtClean="0"/>
              <a:t>2/23/2026</a:t>
            </a:fld>
            <a:endParaRPr lang="en-US" dirty="0"/>
          </a:p>
        </p:txBody>
      </p:sp>
      <p:sp>
        <p:nvSpPr>
          <p:cNvPr id="4" name="Footer Placeholder 3"/>
          <p:cNvSpPr>
            <a:spLocks noGrp="1"/>
          </p:cNvSpPr>
          <p:nvPr>
            <p:ph type="ftr" sz="quarter" idx="11"/>
          </p:nvPr>
        </p:nvSpPr>
        <p:spPr>
          <a:xfrm>
            <a:off x="640080" y="6365497"/>
            <a:ext cx="4181445" cy="228660"/>
          </a:xfrm>
          <a:prstGeom prst="rect">
            <a:avLst/>
          </a:prstGeom>
        </p:spPr>
        <p:txBody>
          <a:bodyPr/>
          <a:lstStyle/>
          <a:p>
            <a:r>
              <a:rPr lang="en-US"/>
              <a:t>
              </a:t>
            </a:r>
            <a:endParaRPr lang="en-US" dirty="0"/>
          </a:p>
        </p:txBody>
      </p:sp>
      <p:sp>
        <p:nvSpPr>
          <p:cNvPr id="5" name="Slide Number Placeholder 4"/>
          <p:cNvSpPr>
            <a:spLocks noGrp="1"/>
          </p:cNvSpPr>
          <p:nvPr>
            <p:ph type="sldNum" sz="quarter" idx="12"/>
          </p:nvPr>
        </p:nvSpPr>
        <p:spPr>
          <a:xfrm>
            <a:off x="8318501" y="295731"/>
            <a:ext cx="857250" cy="767687"/>
          </a:xfrm>
          <a:prstGeom prst="rect">
            <a:avLst/>
          </a:prstGeom>
        </p:spPr>
        <p:txBody>
          <a:bodyPr anchor="b"/>
          <a:lstStyle>
            <a:lvl1pPr algn="ct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4974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1710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720" y="0"/>
            <a:ext cx="9907720"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38643" y="1447800"/>
            <a:ext cx="2938639" cy="1495588"/>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949671" y="1447800"/>
            <a:ext cx="3935588" cy="4572000"/>
          </a:xfrm>
          <a:prstGeom prst="rect">
            <a:avLst/>
          </a:prstGeo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938645" y="3086846"/>
            <a:ext cx="2938638" cy="2933701"/>
          </a:xfrm>
          <a:prstGeom prst="rect">
            <a:avLst/>
          </a:prstGeo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6" name="Footer Placeholder 5"/>
          <p:cNvSpPr>
            <a:spLocks noGrp="1"/>
          </p:cNvSpPr>
          <p:nvPr>
            <p:ph type="ftr" sz="quarter" idx="11"/>
          </p:nvPr>
        </p:nvSpPr>
        <p:spPr>
          <a:xfrm>
            <a:off x="640080" y="6365497"/>
            <a:ext cx="4181445" cy="228660"/>
          </a:xfrm>
          <a:prstGeom prst="rect">
            <a:avLst/>
          </a:prstGeom>
        </p:spPr>
        <p:txBody>
          <a:bodyPr/>
          <a:lstStyle/>
          <a:p>
            <a:endParaRPr lang="en-IN"/>
          </a:p>
        </p:txBody>
      </p:sp>
      <p:sp>
        <p:nvSpPr>
          <p:cNvPr id="9" name="Rectangle 8"/>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3871241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720" y="0"/>
            <a:ext cx="9907720"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38644" y="1381390"/>
            <a:ext cx="3236013" cy="157480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16485" y="1320800"/>
            <a:ext cx="3023694"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38644" y="3086100"/>
            <a:ext cx="3236013" cy="2451100"/>
          </a:xfrm>
          <a:prstGeom prst="rect">
            <a:avLst/>
          </a:prstGeo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6" name="Footer Placeholder 5"/>
          <p:cNvSpPr>
            <a:spLocks noGrp="1"/>
          </p:cNvSpPr>
          <p:nvPr>
            <p:ph type="ftr" sz="quarter" idx="11"/>
          </p:nvPr>
        </p:nvSpPr>
        <p:spPr>
          <a:xfrm>
            <a:off x="640080" y="6365497"/>
            <a:ext cx="4181445" cy="228660"/>
          </a:xfrm>
          <a:prstGeom prst="rect">
            <a:avLst/>
          </a:prstGeom>
        </p:spPr>
        <p:txBody>
          <a:bodyPr/>
          <a:lstStyle/>
          <a:p>
            <a:endParaRPr lang="en-IN"/>
          </a:p>
        </p:txBody>
      </p:sp>
      <p:sp>
        <p:nvSpPr>
          <p:cNvPr id="10" name="Rectangle 9"/>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2500692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720" y="0"/>
            <a:ext cx="9907720"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38644" y="4961454"/>
            <a:ext cx="6957171"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8644" y="685800"/>
            <a:ext cx="6957171"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938643" y="5528192"/>
            <a:ext cx="6957171" cy="493712"/>
          </a:xfrm>
          <a:prstGeom prst="rect">
            <a:avLst/>
          </a:prstGeo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6" name="Footer Placeholder 5"/>
          <p:cNvSpPr>
            <a:spLocks noGrp="1"/>
          </p:cNvSpPr>
          <p:nvPr>
            <p:ph type="ftr" sz="quarter" idx="11"/>
          </p:nvPr>
        </p:nvSpPr>
        <p:spPr>
          <a:xfrm>
            <a:off x="640080" y="6365497"/>
            <a:ext cx="4181445" cy="228660"/>
          </a:xfrm>
          <a:prstGeom prst="rect">
            <a:avLst/>
          </a:prstGeom>
        </p:spPr>
        <p:txBody>
          <a:bodyPr/>
          <a:lstStyle/>
          <a:p>
            <a:endParaRPr lang="en-IN"/>
          </a:p>
        </p:txBody>
      </p:sp>
      <p:sp>
        <p:nvSpPr>
          <p:cNvPr id="10" name="Rectangle 9"/>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1615391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720" y="0"/>
            <a:ext cx="9907720"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38644" y="927100"/>
            <a:ext cx="6957172" cy="1692720"/>
          </a:xfrm>
          <a:prstGeom prst="rect">
            <a:avLst/>
          </a:prstGeo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938644" y="3488024"/>
            <a:ext cx="6957172" cy="2536857"/>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5" name="Footer Placeholder 4"/>
          <p:cNvSpPr>
            <a:spLocks noGrp="1"/>
          </p:cNvSpPr>
          <p:nvPr>
            <p:ph type="ftr" sz="quarter" idx="11"/>
          </p:nvPr>
        </p:nvSpPr>
        <p:spPr>
          <a:xfrm>
            <a:off x="640080" y="6365497"/>
            <a:ext cx="4181445" cy="228660"/>
          </a:xfrm>
          <a:prstGeom prst="rect">
            <a:avLst/>
          </a:prstGeom>
        </p:spPr>
        <p:txBody>
          <a:bodyPr/>
          <a:lstStyle/>
          <a:p>
            <a:endParaRPr lang="en-IN"/>
          </a:p>
        </p:txBody>
      </p:sp>
      <p:sp>
        <p:nvSpPr>
          <p:cNvPr id="8" name="Rectangle 7"/>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3131248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720" y="0"/>
            <a:ext cx="9907720"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701383" y="651691"/>
            <a:ext cx="651724"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658537" y="2900293"/>
            <a:ext cx="670652"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222066" y="927100"/>
            <a:ext cx="6673750" cy="2882179"/>
          </a:xfrm>
          <a:prstGeom prst="rect">
            <a:avLst/>
          </a:prstGeo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502885" y="3809279"/>
            <a:ext cx="6116655" cy="333113"/>
          </a:xfrm>
          <a:prstGeom prst="rect">
            <a:avLst/>
          </a:prstGeo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938644" y="5000817"/>
            <a:ext cx="6872312" cy="1010619"/>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5" name="Footer Placeholder 4"/>
          <p:cNvSpPr>
            <a:spLocks noGrp="1"/>
          </p:cNvSpPr>
          <p:nvPr>
            <p:ph type="ftr" sz="quarter" idx="11"/>
          </p:nvPr>
        </p:nvSpPr>
        <p:spPr>
          <a:xfrm>
            <a:off x="640080" y="6365497"/>
            <a:ext cx="4181445" cy="228660"/>
          </a:xfrm>
          <a:prstGeom prst="rect">
            <a:avLst/>
          </a:prstGeom>
        </p:spPr>
        <p:txBody>
          <a:bodyPr/>
          <a:lstStyle/>
          <a:p>
            <a:endParaRPr lang="en-IN"/>
          </a:p>
        </p:txBody>
      </p:sp>
      <p:sp>
        <p:nvSpPr>
          <p:cNvPr id="9" name="Rectangle 8"/>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1993445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720" y="0"/>
            <a:ext cx="9907720"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38644" y="2057400"/>
            <a:ext cx="6957172" cy="2095500"/>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38644" y="5024909"/>
            <a:ext cx="6957171" cy="994891"/>
          </a:xfrm>
          <a:prstGeom prst="rect">
            <a:avLst/>
          </a:prstGeo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5" name="Footer Placeholder 4"/>
          <p:cNvSpPr>
            <a:spLocks noGrp="1"/>
          </p:cNvSpPr>
          <p:nvPr>
            <p:ph type="ftr" sz="quarter" idx="11"/>
          </p:nvPr>
        </p:nvSpPr>
        <p:spPr>
          <a:xfrm>
            <a:off x="640080" y="6365497"/>
            <a:ext cx="4181445" cy="228660"/>
          </a:xfrm>
          <a:prstGeom prst="rect">
            <a:avLst/>
          </a:prstGeom>
        </p:spPr>
        <p:txBody>
          <a:bodyPr/>
          <a:lstStyle/>
          <a:p>
            <a:endParaRPr lang="en-IN"/>
          </a:p>
        </p:txBody>
      </p:sp>
      <p:sp>
        <p:nvSpPr>
          <p:cNvPr id="7" name="Rectangle 6"/>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2538091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938644" y="927100"/>
            <a:ext cx="6958892" cy="709864"/>
          </a:xfrm>
          <a:prstGeom prst="rect">
            <a:avLst/>
          </a:prstGeo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938643" y="2489200"/>
            <a:ext cx="2506218" cy="657962"/>
          </a:xfrm>
          <a:prstGeom prst="rect">
            <a:avLst/>
          </a:prstGeo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938643" y="3147164"/>
            <a:ext cx="2506218" cy="2888366"/>
          </a:xfrm>
          <a:prstGeom prst="rect">
            <a:avLst/>
          </a:prstGeo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689415" y="2489200"/>
            <a:ext cx="2512161" cy="657962"/>
          </a:xfrm>
          <a:prstGeom prst="rect">
            <a:avLst/>
          </a:prstGeo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692510" y="3147164"/>
            <a:ext cx="2512161" cy="2888366"/>
          </a:xfrm>
          <a:prstGeom prst="rect">
            <a:avLst/>
          </a:prstGeo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6455196" y="2489200"/>
            <a:ext cx="2512161" cy="657962"/>
          </a:xfrm>
          <a:prstGeom prst="rect">
            <a:avLst/>
          </a:prstGeo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6457680" y="3147164"/>
            <a:ext cx="2509677" cy="2888366"/>
          </a:xfrm>
          <a:prstGeom prst="rect">
            <a:avLst/>
          </a:prstGeo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569074"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33698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8" name="Footer Placeholder 7"/>
          <p:cNvSpPr>
            <a:spLocks noGrp="1"/>
          </p:cNvSpPr>
          <p:nvPr>
            <p:ph type="ftr" sz="quarter" idx="11"/>
          </p:nvPr>
        </p:nvSpPr>
        <p:spPr>
          <a:xfrm>
            <a:off x="640080" y="6365497"/>
            <a:ext cx="4181445" cy="228660"/>
          </a:xfrm>
          <a:prstGeom prst="rect">
            <a:avLst/>
          </a:prstGeom>
        </p:spPr>
        <p:txBody>
          <a:bodyPr/>
          <a:lstStyle/>
          <a:p>
            <a:endParaRPr lang="en-IN"/>
          </a:p>
        </p:txBody>
      </p:sp>
      <p:sp>
        <p:nvSpPr>
          <p:cNvPr id="9" name="Slide Number Placeholder 8"/>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378504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938643" y="927100"/>
            <a:ext cx="6874032" cy="709864"/>
          </a:xfrm>
          <a:prstGeom prst="rect">
            <a:avLst/>
          </a:prstGeo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938643" y="4179596"/>
            <a:ext cx="2506218" cy="657962"/>
          </a:xfrm>
          <a:prstGeom prst="rect">
            <a:avLst/>
          </a:prstGeo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103976" y="2489200"/>
            <a:ext cx="2183073"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938642" y="4837559"/>
            <a:ext cx="2506218" cy="1187321"/>
          </a:xfrm>
          <a:prstGeom prst="rect">
            <a:avLst/>
          </a:prstGeo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695386" y="4179595"/>
            <a:ext cx="2512161" cy="657962"/>
          </a:xfrm>
          <a:prstGeom prst="rect">
            <a:avLst/>
          </a:prstGeo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849288" y="2489200"/>
            <a:ext cx="2183073"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695386" y="4848209"/>
            <a:ext cx="2512161" cy="1187321"/>
          </a:xfrm>
          <a:prstGeom prst="rect">
            <a:avLst/>
          </a:prstGeo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6455196" y="4179596"/>
            <a:ext cx="2512161" cy="657962"/>
          </a:xfrm>
          <a:prstGeom prst="rect">
            <a:avLst/>
          </a:prstGeo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617694" y="2489200"/>
            <a:ext cx="2183073"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6455196" y="4837559"/>
            <a:ext cx="2512161" cy="1187321"/>
          </a:xfrm>
          <a:prstGeom prst="rect">
            <a:avLst/>
          </a:prstGeo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564187"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633698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8" name="Footer Placeholder 7"/>
          <p:cNvSpPr>
            <a:spLocks noGrp="1"/>
          </p:cNvSpPr>
          <p:nvPr>
            <p:ph type="ftr" sz="quarter" idx="11"/>
          </p:nvPr>
        </p:nvSpPr>
        <p:spPr>
          <a:xfrm>
            <a:off x="640080" y="6365497"/>
            <a:ext cx="4181445" cy="228660"/>
          </a:xfrm>
          <a:prstGeom prst="rect">
            <a:avLst/>
          </a:prstGeom>
        </p:spPr>
        <p:txBody>
          <a:bodyPr/>
          <a:lstStyle/>
          <a:p>
            <a:endParaRPr lang="en-IN"/>
          </a:p>
        </p:txBody>
      </p:sp>
      <p:sp>
        <p:nvSpPr>
          <p:cNvPr id="9" name="Slide Number Placeholder 8"/>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766769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938643" y="927100"/>
            <a:ext cx="6874032" cy="70986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936414" y="2489200"/>
            <a:ext cx="6874032" cy="3530600"/>
          </a:xfrm>
          <a:prstGeom prst="rect">
            <a:avLst/>
          </a:prstGeo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256410" y="6387911"/>
            <a:ext cx="1073149" cy="228659"/>
          </a:xfrm>
          <a:prstGeom prst="rect">
            <a:avLst/>
          </a:prstGeom>
        </p:spPr>
        <p:txBody>
          <a:bodyPr/>
          <a:lstStyle/>
          <a:p>
            <a:fld id="{42B3E000-141D-47D0-8146-28D8E5FC68DB}" type="datetimeFigureOut">
              <a:rPr lang="en-IN" smtClean="0"/>
              <a:t>23-02-2026</a:t>
            </a:fld>
            <a:endParaRPr lang="en-IN"/>
          </a:p>
        </p:txBody>
      </p:sp>
      <p:sp>
        <p:nvSpPr>
          <p:cNvPr id="5" name="Footer Placeholder 4"/>
          <p:cNvSpPr>
            <a:spLocks noGrp="1"/>
          </p:cNvSpPr>
          <p:nvPr>
            <p:ph type="ftr" sz="quarter" idx="11"/>
          </p:nvPr>
        </p:nvSpPr>
        <p:spPr>
          <a:xfrm>
            <a:off x="559144" y="6387910"/>
            <a:ext cx="4181445" cy="228660"/>
          </a:xfrm>
          <a:prstGeom prst="rect">
            <a:avLst/>
          </a:prstGeom>
        </p:spPr>
        <p:txBody>
          <a:bodyPr/>
          <a:lstStyle/>
          <a:p>
            <a:endParaRPr lang="en-IN"/>
          </a:p>
        </p:txBody>
      </p:sp>
      <p:sp>
        <p:nvSpPr>
          <p:cNvPr id="6" name="Slide Number Placeholder 5"/>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2451713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720" y="0"/>
            <a:ext cx="9880455"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49440" y="402165"/>
            <a:ext cx="499477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657418" y="1626980"/>
            <a:ext cx="5995993" cy="3604043"/>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906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689505" y="1447799"/>
            <a:ext cx="1206309" cy="4572001"/>
          </a:xfrm>
          <a:prstGeom prst="rect">
            <a:avLst/>
          </a:prstGeo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938966" y="1447799"/>
            <a:ext cx="4785014" cy="45720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205647" y="6365499"/>
            <a:ext cx="1073149" cy="228659"/>
          </a:xfrm>
          <a:prstGeom prst="rect">
            <a:avLst/>
          </a:prstGeom>
        </p:spPr>
        <p:txBody>
          <a:bodyPr/>
          <a:lstStyle/>
          <a:p>
            <a:fld id="{42B3E000-141D-47D0-8146-28D8E5FC68DB}" type="datetimeFigureOut">
              <a:rPr lang="en-IN" smtClean="0"/>
              <a:t>23-02-2026</a:t>
            </a:fld>
            <a:endParaRPr lang="en-IN"/>
          </a:p>
        </p:txBody>
      </p:sp>
      <p:sp>
        <p:nvSpPr>
          <p:cNvPr id="5" name="Footer Placeholder 4"/>
          <p:cNvSpPr>
            <a:spLocks noGrp="1"/>
          </p:cNvSpPr>
          <p:nvPr>
            <p:ph type="ftr" sz="quarter" idx="11"/>
          </p:nvPr>
        </p:nvSpPr>
        <p:spPr>
          <a:xfrm>
            <a:off x="583425" y="6365498"/>
            <a:ext cx="4181445" cy="228660"/>
          </a:xfrm>
          <a:prstGeom prst="rect">
            <a:avLst/>
          </a:prstGeom>
        </p:spPr>
        <p:txBody>
          <a:bodyPr/>
          <a:lstStyle/>
          <a:p>
            <a:endParaRPr lang="en-IN"/>
          </a:p>
        </p:txBody>
      </p:sp>
      <p:sp>
        <p:nvSpPr>
          <p:cNvPr id="9" name="Rectangle 8"/>
          <p:cNvSpPr/>
          <p:nvPr/>
        </p:nvSpPr>
        <p:spPr>
          <a:xfrm>
            <a:off x="8391114" y="0"/>
            <a:ext cx="74295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318501" y="295731"/>
            <a:ext cx="857250" cy="767687"/>
          </a:xfrm>
          <a:prstGeom prst="rect">
            <a:avLst/>
          </a:prstGeom>
        </p:spPr>
        <p:txBody>
          <a:bodyPr/>
          <a:lstStyle>
            <a:lvl1pPr algn="ctr">
              <a:defRPr sz="2800"/>
            </a:lvl1pPr>
          </a:lstStyle>
          <a:p>
            <a:fld id="{DEF8D49D-A04A-4AC9-AD0E-4B30EAA494DB}" type="slidenum">
              <a:rPr lang="en-IN" smtClean="0"/>
              <a:t>‹#›</a:t>
            </a:fld>
            <a:endParaRPr lang="en-IN"/>
          </a:p>
        </p:txBody>
      </p:sp>
    </p:spTree>
    <p:extLst>
      <p:ext uri="{BB962C8B-B14F-4D97-AF65-F5344CB8AC3E}">
        <p14:creationId xmlns:p14="http://schemas.microsoft.com/office/powerpoint/2010/main" val="3636067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bg>
      <p:bgRef idx="1002">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158621"/>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93B2-1BD0-E069-C870-82957666C856}"/>
              </a:ext>
            </a:extLst>
          </p:cNvPr>
          <p:cNvSpPr>
            <a:spLocks noGrp="1"/>
          </p:cNvSpPr>
          <p:nvPr>
            <p:ph type="title"/>
          </p:nvPr>
        </p:nvSpPr>
        <p:spPr>
          <a:xfrm>
            <a:off x="681038" y="365129"/>
            <a:ext cx="8543925"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4220653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6415152"/>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666" r:id="rId18"/>
    <p:sldLayoutId id="2147483678" r:id="rId19"/>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www.linkedin.com/in/rishuhrithik" TargetMode="Externa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www.linkedin.com/in/rishuhrithik" TargetMode="Externa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www.linkedin.com/in/rishuhrithik"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07/relationships/hdphoto" Target="../media/hdphoto1.wdp"/><Relationship Id="rId7" Type="http://schemas.openxmlformats.org/officeDocument/2006/relationships/image" Target="../media/image8.png"/><Relationship Id="rId12"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hyperlink" Target="http://www.linkedin.com/in/rishuhrithik" TargetMode="External"/><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8.png"/></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linkedin.com/in/rishuhrithik" TargetMode="Externa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771D3-7C63-64C7-6E91-BCE318F6328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FB9D96-EE1A-43C9-B4A5-933AD743B27E}"/>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3" name="TextBox 2">
            <a:extLst>
              <a:ext uri="{FF2B5EF4-FFF2-40B4-BE49-F238E27FC236}">
                <a16:creationId xmlns:a16="http://schemas.microsoft.com/office/drawing/2014/main" id="{E1BBC783-979A-5FA2-C598-87B34C55A8CD}"/>
              </a:ext>
            </a:extLst>
          </p:cNvPr>
          <p:cNvSpPr txBox="1">
            <a:spLocks noGrp="1" noRot="1" noMove="1" noResize="1" noEditPoints="1" noAdjustHandles="1" noChangeArrowheads="1" noChangeShapeType="1"/>
          </p:cNvSpPr>
          <p:nvPr/>
        </p:nvSpPr>
        <p:spPr>
          <a:xfrm>
            <a:off x="486886" y="1543964"/>
            <a:ext cx="2062784" cy="442429"/>
          </a:xfrm>
          <a:prstGeom prst="rect">
            <a:avLst/>
          </a:prstGeom>
          <a:noFill/>
        </p:spPr>
        <p:txBody>
          <a:bodyPr wrap="square" rtlCol="0">
            <a:spAutoFit/>
          </a:bodyPr>
          <a:lstStyle/>
          <a:p>
            <a:r>
              <a:rPr lang="en-IN" sz="2275" b="1" u="sng" dirty="0">
                <a:solidFill>
                  <a:schemeClr val="bg1"/>
                </a:solidFill>
                <a:effectLst>
                  <a:outerShdw blurRad="38100" dist="38100" dir="2700000" algn="tl">
                    <a:srgbClr val="000000">
                      <a:alpha val="43137"/>
                    </a:srgbClr>
                  </a:outerShdw>
                </a:effectLst>
              </a:rPr>
              <a:t>Introduction:</a:t>
            </a:r>
          </a:p>
        </p:txBody>
      </p:sp>
      <p:sp>
        <p:nvSpPr>
          <p:cNvPr id="6" name="TextBox 5">
            <a:extLst>
              <a:ext uri="{FF2B5EF4-FFF2-40B4-BE49-F238E27FC236}">
                <a16:creationId xmlns:a16="http://schemas.microsoft.com/office/drawing/2014/main" id="{5C31F7AD-9741-AF60-61E9-F0A6735770AA}"/>
              </a:ext>
            </a:extLst>
          </p:cNvPr>
          <p:cNvSpPr txBox="1">
            <a:spLocks noGrp="1" noRot="1" noMove="1" noResize="1" noEditPoints="1" noAdjustHandles="1" noChangeArrowheads="1" noChangeShapeType="1"/>
          </p:cNvSpPr>
          <p:nvPr/>
        </p:nvSpPr>
        <p:spPr>
          <a:xfrm>
            <a:off x="486886" y="2444991"/>
            <a:ext cx="6285526" cy="1342675"/>
          </a:xfrm>
          <a:prstGeom prst="rect">
            <a:avLst/>
          </a:prstGeom>
          <a:noFill/>
        </p:spPr>
        <p:txBody>
          <a:bodyPr wrap="square">
            <a:spAutoFit/>
          </a:bodyPr>
          <a:lstStyle/>
          <a:p>
            <a:r>
              <a:rPr lang="en-US" sz="1625" dirty="0">
                <a:solidFill>
                  <a:schemeClr val="bg1"/>
                </a:solidFill>
              </a:rPr>
              <a:t>In today's digital world, managing data efficiently is essential for all organizations. MySQL, a popular open-source relational database system, uses SQL to store, retrieve, and manage information reliably. This project builds a database system to handle key operations smoothly.</a:t>
            </a:r>
            <a:endParaRPr lang="en-IN" sz="1625" dirty="0">
              <a:solidFill>
                <a:schemeClr val="bg1"/>
              </a:solidFill>
            </a:endParaRPr>
          </a:p>
        </p:txBody>
      </p:sp>
      <p:sp>
        <p:nvSpPr>
          <p:cNvPr id="2" name="Flowchart: Punched Tape 1">
            <a:extLst>
              <a:ext uri="{FF2B5EF4-FFF2-40B4-BE49-F238E27FC236}">
                <a16:creationId xmlns:a16="http://schemas.microsoft.com/office/drawing/2014/main" id="{060BFBED-8349-E9C9-CE60-620E4BF04FFF}"/>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4" name="Arrow: Pentagon 3">
            <a:extLst>
              <a:ext uri="{FF2B5EF4-FFF2-40B4-BE49-F238E27FC236}">
                <a16:creationId xmlns:a16="http://schemas.microsoft.com/office/drawing/2014/main" id="{0994926D-0EC7-559E-61E8-416735172EA2}"/>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11" name="Group 10">
            <a:extLst>
              <a:ext uri="{FF2B5EF4-FFF2-40B4-BE49-F238E27FC236}">
                <a16:creationId xmlns:a16="http://schemas.microsoft.com/office/drawing/2014/main" id="{816C47EC-76C5-CD98-2664-ED073E937A7B}"/>
              </a:ext>
            </a:extLst>
          </p:cNvPr>
          <p:cNvGrpSpPr>
            <a:grpSpLocks noGrp="1" noUngrp="1" noRot="1" noMove="1" noResize="1"/>
          </p:cNvGrpSpPr>
          <p:nvPr/>
        </p:nvGrpSpPr>
        <p:grpSpPr>
          <a:xfrm>
            <a:off x="86945" y="6267040"/>
            <a:ext cx="418897" cy="418897"/>
            <a:chOff x="86945" y="6267040"/>
            <a:chExt cx="418897" cy="418897"/>
          </a:xfrm>
        </p:grpSpPr>
        <p:sp>
          <p:nvSpPr>
            <p:cNvPr id="9" name="Rectangle 8">
              <a:extLst>
                <a:ext uri="{FF2B5EF4-FFF2-40B4-BE49-F238E27FC236}">
                  <a16:creationId xmlns:a16="http://schemas.microsoft.com/office/drawing/2014/main" id="{323FD5A9-CFF2-A1CB-9108-737308A96856}"/>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8" name="Picture 7">
              <a:hlinkClick r:id="rId4"/>
              <a:extLst>
                <a:ext uri="{FF2B5EF4-FFF2-40B4-BE49-F238E27FC236}">
                  <a16:creationId xmlns:a16="http://schemas.microsoft.com/office/drawing/2014/main" id="{D0873CED-884E-4242-6675-E1398D055E3F}"/>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974103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E2DB5-75F9-FE3C-33AC-BA47911AFF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CC9113-4954-F17F-81C2-32479E6DAE17}"/>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3" name="TextBox 2">
            <a:extLst>
              <a:ext uri="{FF2B5EF4-FFF2-40B4-BE49-F238E27FC236}">
                <a16:creationId xmlns:a16="http://schemas.microsoft.com/office/drawing/2014/main" id="{557C37A0-C667-3522-BCE1-34F1B23A51C7}"/>
              </a:ext>
            </a:extLst>
          </p:cNvPr>
          <p:cNvSpPr txBox="1">
            <a:spLocks noGrp="1" noRot="1" noMove="1" noResize="1" noEditPoints="1" noAdjustHandles="1" noChangeArrowheads="1" noChangeShapeType="1"/>
          </p:cNvSpPr>
          <p:nvPr/>
        </p:nvSpPr>
        <p:spPr>
          <a:xfrm>
            <a:off x="427611" y="1454688"/>
            <a:ext cx="7390071" cy="3543278"/>
          </a:xfrm>
          <a:prstGeom prst="rect">
            <a:avLst/>
          </a:prstGeom>
          <a:noFill/>
        </p:spPr>
        <p:txBody>
          <a:bodyPr wrap="square">
            <a:spAutoFit/>
          </a:bodyPr>
          <a:lstStyle/>
          <a:p>
            <a:pPr algn="l">
              <a:buNone/>
            </a:pPr>
            <a:r>
              <a:rPr lang="en-US" sz="2275" b="1" u="sng" dirty="0">
                <a:solidFill>
                  <a:schemeClr val="bg1"/>
                </a:solidFill>
              </a:rPr>
              <a:t>Objectives:</a:t>
            </a:r>
          </a:p>
          <a:p>
            <a:pPr algn="l">
              <a:buNone/>
            </a:pPr>
            <a:endParaRPr lang="en-US" sz="2275" b="1" u="sng" dirty="0">
              <a:solidFill>
                <a:schemeClr val="bg1"/>
              </a:solidFill>
            </a:endParaRPr>
          </a:p>
          <a:p>
            <a:pPr algn="l">
              <a:buFont typeface="Arial" panose="020B0604020202020204" pitchFamily="34" charset="0"/>
              <a:buChar char="•"/>
            </a:pPr>
            <a:r>
              <a:rPr lang="en-US" sz="1625" dirty="0">
                <a:solidFill>
                  <a:schemeClr val="bg1"/>
                </a:solidFill>
              </a:rPr>
              <a:t>To design and implement a fully normalized database schema (up to 3NF) with related tables, ensuring data integrity through primary/foreign keys and constraints.</a:t>
            </a:r>
          </a:p>
          <a:p>
            <a:pPr algn="l">
              <a:buFont typeface="Arial" panose="020B0604020202020204" pitchFamily="34" charset="0"/>
              <a:buChar char="•"/>
            </a:pPr>
            <a:endParaRPr lang="en-US" sz="1625" dirty="0">
              <a:solidFill>
                <a:schemeClr val="bg1"/>
              </a:solidFill>
            </a:endParaRPr>
          </a:p>
          <a:p>
            <a:pPr algn="l">
              <a:buFont typeface="Arial" panose="020B0604020202020204" pitchFamily="34" charset="0"/>
              <a:buChar char="•"/>
            </a:pPr>
            <a:r>
              <a:rPr lang="en-US" sz="1625" dirty="0">
                <a:solidFill>
                  <a:schemeClr val="bg1"/>
                </a:solidFill>
              </a:rPr>
              <a:t>To develop comprehensive CRUD operations via SQL DML statements, enabling efficient Create (INSERT), Read (SELECT with JOINs), Update (UPDATE), and Delete (DELETE) functionalities across complex queries.</a:t>
            </a:r>
          </a:p>
          <a:p>
            <a:pPr algn="l">
              <a:buFont typeface="Arial" panose="020B0604020202020204" pitchFamily="34" charset="0"/>
              <a:buChar char="•"/>
            </a:pPr>
            <a:endParaRPr lang="en-US" sz="1625" dirty="0">
              <a:solidFill>
                <a:schemeClr val="bg1"/>
              </a:solidFill>
            </a:endParaRPr>
          </a:p>
          <a:p>
            <a:pPr algn="l">
              <a:buFont typeface="Arial" panose="020B0604020202020204" pitchFamily="34" charset="0"/>
              <a:buChar char="•"/>
            </a:pPr>
            <a:r>
              <a:rPr lang="en-US" sz="1625" dirty="0">
                <a:solidFill>
                  <a:schemeClr val="bg1"/>
                </a:solidFill>
              </a:rPr>
              <a:t>To produce actionable analytical reports using aggregate functions (COUNT, SUM, AVG), GROUP BY, subqueries, and views for data-driven insights.</a:t>
            </a:r>
          </a:p>
        </p:txBody>
      </p:sp>
      <p:sp>
        <p:nvSpPr>
          <p:cNvPr id="2" name="Flowchart: Punched Tape 1">
            <a:extLst>
              <a:ext uri="{FF2B5EF4-FFF2-40B4-BE49-F238E27FC236}">
                <a16:creationId xmlns:a16="http://schemas.microsoft.com/office/drawing/2014/main" id="{AA5CC0B9-0CEE-60C8-FD41-2E23CAA3100E}"/>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4" name="Arrow: Pentagon 3">
            <a:extLst>
              <a:ext uri="{FF2B5EF4-FFF2-40B4-BE49-F238E27FC236}">
                <a16:creationId xmlns:a16="http://schemas.microsoft.com/office/drawing/2014/main" id="{BECFBF25-2168-D739-7A09-5D248C644315}"/>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7" name="Group 6">
            <a:extLst>
              <a:ext uri="{FF2B5EF4-FFF2-40B4-BE49-F238E27FC236}">
                <a16:creationId xmlns:a16="http://schemas.microsoft.com/office/drawing/2014/main" id="{A379E018-4AD6-6E4E-8941-466D4E15DE8B}"/>
              </a:ext>
            </a:extLst>
          </p:cNvPr>
          <p:cNvGrpSpPr>
            <a:grpSpLocks noGrp="1" noUngrp="1" noRot="1" noMove="1" noResize="1"/>
          </p:cNvGrpSpPr>
          <p:nvPr/>
        </p:nvGrpSpPr>
        <p:grpSpPr>
          <a:xfrm>
            <a:off x="86945" y="6267040"/>
            <a:ext cx="418897" cy="418897"/>
            <a:chOff x="86945" y="6267040"/>
            <a:chExt cx="418897" cy="418897"/>
          </a:xfrm>
        </p:grpSpPr>
        <p:sp>
          <p:nvSpPr>
            <p:cNvPr id="8" name="Rectangle 7">
              <a:extLst>
                <a:ext uri="{FF2B5EF4-FFF2-40B4-BE49-F238E27FC236}">
                  <a16:creationId xmlns:a16="http://schemas.microsoft.com/office/drawing/2014/main" id="{F76BCF18-3647-EF8F-363A-EA77F544828D}"/>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hlinkClick r:id="rId4"/>
              <a:extLst>
                <a:ext uri="{FF2B5EF4-FFF2-40B4-BE49-F238E27FC236}">
                  <a16:creationId xmlns:a16="http://schemas.microsoft.com/office/drawing/2014/main" id="{93DC6956-C75A-F452-CE24-88A9466F2FBB}"/>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2012456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B710A-0562-A625-F531-206016C02F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1068FE7-AE7C-EFBA-4A20-BA8B4A30B30F}"/>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3" name="TextBox 2">
            <a:extLst>
              <a:ext uri="{FF2B5EF4-FFF2-40B4-BE49-F238E27FC236}">
                <a16:creationId xmlns:a16="http://schemas.microsoft.com/office/drawing/2014/main" id="{7F2C9F22-4C66-20F4-A4BD-2096A3EDD4BE}"/>
              </a:ext>
            </a:extLst>
          </p:cNvPr>
          <p:cNvSpPr txBox="1">
            <a:spLocks noGrp="1" noRot="1" noMove="1" noResize="1" noEditPoints="1" noAdjustHandles="1" noChangeArrowheads="1" noChangeShapeType="1"/>
          </p:cNvSpPr>
          <p:nvPr/>
        </p:nvSpPr>
        <p:spPr>
          <a:xfrm>
            <a:off x="436009" y="1402842"/>
            <a:ext cx="6816199" cy="1692771"/>
          </a:xfrm>
          <a:prstGeom prst="rect">
            <a:avLst/>
          </a:prstGeom>
          <a:noFill/>
        </p:spPr>
        <p:txBody>
          <a:bodyPr wrap="square">
            <a:spAutoFit/>
          </a:bodyPr>
          <a:lstStyle/>
          <a:p>
            <a:pPr algn="l">
              <a:buNone/>
            </a:pPr>
            <a:r>
              <a:rPr lang="en-US" sz="2275" b="1" u="sng" dirty="0">
                <a:solidFill>
                  <a:schemeClr val="bg1"/>
                </a:solidFill>
              </a:rPr>
              <a:t>Scope :</a:t>
            </a:r>
          </a:p>
          <a:p>
            <a:pPr algn="l">
              <a:buNone/>
            </a:pPr>
            <a:endParaRPr lang="en-US" sz="1625" b="1" u="sng" dirty="0">
              <a:solidFill>
                <a:schemeClr val="bg1"/>
              </a:solidFill>
              <a:latin typeface="fkGroteskNeue"/>
            </a:endParaRPr>
          </a:p>
          <a:p>
            <a:r>
              <a:rPr lang="en-US" sz="1625" dirty="0">
                <a:solidFill>
                  <a:schemeClr val="bg1"/>
                </a:solidFill>
              </a:rPr>
              <a:t>This project covers core database design, data operations, and basic reporting using sample data. It excludes advanced features like user authentication, real-time updates, or external API integrations.</a:t>
            </a:r>
            <a:endParaRPr lang="en-US" sz="1625" b="1" u="sng" dirty="0">
              <a:solidFill>
                <a:schemeClr val="bg1"/>
              </a:solidFill>
              <a:latin typeface="fkGroteskNeue"/>
            </a:endParaRPr>
          </a:p>
        </p:txBody>
      </p:sp>
      <p:sp>
        <p:nvSpPr>
          <p:cNvPr id="7" name="TextBox 6">
            <a:extLst>
              <a:ext uri="{FF2B5EF4-FFF2-40B4-BE49-F238E27FC236}">
                <a16:creationId xmlns:a16="http://schemas.microsoft.com/office/drawing/2014/main" id="{E2EECF13-AB3B-7ECF-B2A4-14E46E2DE91A}"/>
              </a:ext>
            </a:extLst>
          </p:cNvPr>
          <p:cNvSpPr txBox="1">
            <a:spLocks noGrp="1" noRot="1" noMove="1" noResize="1" noEditPoints="1" noAdjustHandles="1" noChangeArrowheads="1" noChangeShapeType="1"/>
          </p:cNvSpPr>
          <p:nvPr/>
        </p:nvSpPr>
        <p:spPr>
          <a:xfrm>
            <a:off x="436008" y="3372626"/>
            <a:ext cx="6816199" cy="2042867"/>
          </a:xfrm>
          <a:prstGeom prst="rect">
            <a:avLst/>
          </a:prstGeom>
          <a:noFill/>
        </p:spPr>
        <p:txBody>
          <a:bodyPr wrap="square">
            <a:spAutoFit/>
          </a:bodyPr>
          <a:lstStyle/>
          <a:p>
            <a:pPr algn="l">
              <a:buNone/>
            </a:pPr>
            <a:r>
              <a:rPr lang="en-US" sz="2275" b="1" u="sng" dirty="0">
                <a:solidFill>
                  <a:schemeClr val="bg1"/>
                </a:solidFill>
              </a:rPr>
              <a:t>Methodology :</a:t>
            </a:r>
          </a:p>
          <a:p>
            <a:pPr algn="l">
              <a:buNone/>
            </a:pPr>
            <a:endParaRPr lang="en-US" sz="2275" b="1" u="sng" dirty="0">
              <a:solidFill>
                <a:schemeClr val="bg1"/>
              </a:solidFill>
              <a:latin typeface="fkGroteskNeue"/>
            </a:endParaRPr>
          </a:p>
          <a:p>
            <a:r>
              <a:rPr lang="en-IN" sz="1625" dirty="0">
                <a:solidFill>
                  <a:schemeClr val="bg1"/>
                </a:solidFill>
              </a:rPr>
              <a:t>The project follows standard database development steps—creating ER diagrams for planning, using DDL statements for table structure, DML for data insertion, and DQL queries for retrieval and analysis. Tools include MySQL Workbench for design and MySQL command line for execution.</a:t>
            </a:r>
            <a:endParaRPr lang="en-US" sz="1625" b="1" u="sng" dirty="0">
              <a:solidFill>
                <a:schemeClr val="bg1"/>
              </a:solidFill>
              <a:latin typeface="fkGroteskNeue"/>
            </a:endParaRPr>
          </a:p>
        </p:txBody>
      </p:sp>
      <p:sp>
        <p:nvSpPr>
          <p:cNvPr id="2" name="Flowchart: Punched Tape 1">
            <a:extLst>
              <a:ext uri="{FF2B5EF4-FFF2-40B4-BE49-F238E27FC236}">
                <a16:creationId xmlns:a16="http://schemas.microsoft.com/office/drawing/2014/main" id="{E5090719-D3D4-0807-336C-6D80DBB69FDD}"/>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4" name="Arrow: Pentagon 3">
            <a:extLst>
              <a:ext uri="{FF2B5EF4-FFF2-40B4-BE49-F238E27FC236}">
                <a16:creationId xmlns:a16="http://schemas.microsoft.com/office/drawing/2014/main" id="{E9768972-FCF1-90DA-56F2-B0A542DF86D7}"/>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8" name="Group 7">
            <a:extLst>
              <a:ext uri="{FF2B5EF4-FFF2-40B4-BE49-F238E27FC236}">
                <a16:creationId xmlns:a16="http://schemas.microsoft.com/office/drawing/2014/main" id="{7D2D8E17-BD96-B64C-3DC9-5AB2343E32BA}"/>
              </a:ext>
            </a:extLst>
          </p:cNvPr>
          <p:cNvGrpSpPr>
            <a:grpSpLocks noGrp="1" noUngrp="1" noRot="1" noMove="1" noResize="1"/>
          </p:cNvGrpSpPr>
          <p:nvPr/>
        </p:nvGrpSpPr>
        <p:grpSpPr>
          <a:xfrm>
            <a:off x="86945" y="6267040"/>
            <a:ext cx="418897" cy="418897"/>
            <a:chOff x="86945" y="6267040"/>
            <a:chExt cx="418897" cy="418897"/>
          </a:xfrm>
        </p:grpSpPr>
        <p:sp>
          <p:nvSpPr>
            <p:cNvPr id="9" name="Rectangle 8">
              <a:extLst>
                <a:ext uri="{FF2B5EF4-FFF2-40B4-BE49-F238E27FC236}">
                  <a16:creationId xmlns:a16="http://schemas.microsoft.com/office/drawing/2014/main" id="{15C6A2B6-0259-C4F0-A8B8-DB6F5B854045}"/>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0" name="Picture 9">
              <a:hlinkClick r:id="rId4"/>
              <a:extLst>
                <a:ext uri="{FF2B5EF4-FFF2-40B4-BE49-F238E27FC236}">
                  <a16:creationId xmlns:a16="http://schemas.microsoft.com/office/drawing/2014/main" id="{7F34B29D-E5BE-81B1-A791-1705AAF3F807}"/>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424245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9C103-5AFC-408A-D103-BE681AD2552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4401D4-FB61-604C-38D8-37D828E0394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11" name="Flowchart: Punched Tape 10">
            <a:extLst>
              <a:ext uri="{FF2B5EF4-FFF2-40B4-BE49-F238E27FC236}">
                <a16:creationId xmlns:a16="http://schemas.microsoft.com/office/drawing/2014/main" id="{A81D36BA-8887-22D3-3550-363F448F6834}"/>
              </a:ext>
            </a:extLst>
          </p:cNvPr>
          <p:cNvSpPr>
            <a:spLocks/>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CFD77A13-A08F-0841-A1C2-4CDC317DC3A1}"/>
              </a:ext>
            </a:extLst>
          </p:cNvPr>
          <p:cNvSpPr>
            <a:spLocks/>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sp>
        <p:nvSpPr>
          <p:cNvPr id="3" name="TextBox 2">
            <a:extLst>
              <a:ext uri="{FF2B5EF4-FFF2-40B4-BE49-F238E27FC236}">
                <a16:creationId xmlns:a16="http://schemas.microsoft.com/office/drawing/2014/main" id="{A60C7C4C-D52A-E398-07AA-CA19566E9B56}"/>
              </a:ext>
            </a:extLst>
          </p:cNvPr>
          <p:cNvSpPr txBox="1">
            <a:spLocks/>
          </p:cNvSpPr>
          <p:nvPr/>
        </p:nvSpPr>
        <p:spPr>
          <a:xfrm>
            <a:off x="571088" y="981330"/>
            <a:ext cx="2853611" cy="442429"/>
          </a:xfrm>
          <a:prstGeom prst="rect">
            <a:avLst/>
          </a:prstGeom>
          <a:noFill/>
        </p:spPr>
        <p:txBody>
          <a:bodyPr wrap="square">
            <a:spAutoFit/>
          </a:bodyPr>
          <a:lstStyle/>
          <a:p>
            <a:pPr algn="l">
              <a:buNone/>
            </a:pPr>
            <a:r>
              <a:rPr lang="en-US" sz="2275" b="1" u="sng" dirty="0">
                <a:solidFill>
                  <a:schemeClr val="bg1"/>
                </a:solidFill>
              </a:rPr>
              <a:t>TABLES CREATION :</a:t>
            </a:r>
          </a:p>
        </p:txBody>
      </p:sp>
      <p:pic>
        <p:nvPicPr>
          <p:cNvPr id="6" name="Picture 5">
            <a:extLst>
              <a:ext uri="{FF2B5EF4-FFF2-40B4-BE49-F238E27FC236}">
                <a16:creationId xmlns:a16="http://schemas.microsoft.com/office/drawing/2014/main" id="{05EC51EB-073D-4F17-48D5-18C4F5F53314}"/>
              </a:ext>
            </a:extLst>
          </p:cNvPr>
          <p:cNvPicPr>
            <a:picLocks noChangeAspect="1"/>
          </p:cNvPicPr>
          <p:nvPr/>
        </p:nvPicPr>
        <p:blipFill>
          <a:blip r:embed="rId4"/>
          <a:stretch>
            <a:fillRect/>
          </a:stretch>
        </p:blipFill>
        <p:spPr>
          <a:xfrm>
            <a:off x="633193" y="2069743"/>
            <a:ext cx="2363939" cy="1646309"/>
          </a:xfrm>
          <a:prstGeom prst="rect">
            <a:avLst/>
          </a:prstGeom>
        </p:spPr>
      </p:pic>
      <p:pic>
        <p:nvPicPr>
          <p:cNvPr id="8" name="Picture 7">
            <a:extLst>
              <a:ext uri="{FF2B5EF4-FFF2-40B4-BE49-F238E27FC236}">
                <a16:creationId xmlns:a16="http://schemas.microsoft.com/office/drawing/2014/main" id="{82BFE47B-FF18-9034-2399-50860DA015C0}"/>
              </a:ext>
            </a:extLst>
          </p:cNvPr>
          <p:cNvPicPr>
            <a:picLocks noChangeAspect="1"/>
          </p:cNvPicPr>
          <p:nvPr/>
        </p:nvPicPr>
        <p:blipFill>
          <a:blip r:embed="rId5"/>
          <a:stretch>
            <a:fillRect/>
          </a:stretch>
        </p:blipFill>
        <p:spPr>
          <a:xfrm>
            <a:off x="3630316" y="2069743"/>
            <a:ext cx="2363938" cy="1646309"/>
          </a:xfrm>
          <a:prstGeom prst="rect">
            <a:avLst/>
          </a:prstGeom>
        </p:spPr>
      </p:pic>
      <p:pic>
        <p:nvPicPr>
          <p:cNvPr id="12" name="Picture 11">
            <a:extLst>
              <a:ext uri="{FF2B5EF4-FFF2-40B4-BE49-F238E27FC236}">
                <a16:creationId xmlns:a16="http://schemas.microsoft.com/office/drawing/2014/main" id="{A13569CC-C73E-37B9-7B53-1BDABA683AA3}"/>
              </a:ext>
            </a:extLst>
          </p:cNvPr>
          <p:cNvPicPr>
            <a:picLocks noChangeAspect="1"/>
          </p:cNvPicPr>
          <p:nvPr/>
        </p:nvPicPr>
        <p:blipFill>
          <a:blip r:embed="rId6"/>
          <a:stretch>
            <a:fillRect/>
          </a:stretch>
        </p:blipFill>
        <p:spPr>
          <a:xfrm>
            <a:off x="6520573" y="2069743"/>
            <a:ext cx="2960484" cy="1646309"/>
          </a:xfrm>
          <a:prstGeom prst="rect">
            <a:avLst/>
          </a:prstGeom>
        </p:spPr>
      </p:pic>
      <p:pic>
        <p:nvPicPr>
          <p:cNvPr id="14" name="Picture 13">
            <a:extLst>
              <a:ext uri="{FF2B5EF4-FFF2-40B4-BE49-F238E27FC236}">
                <a16:creationId xmlns:a16="http://schemas.microsoft.com/office/drawing/2014/main" id="{4C0E37C6-2852-82FB-2EE7-9102B9B9D6E3}"/>
              </a:ext>
            </a:extLst>
          </p:cNvPr>
          <p:cNvPicPr>
            <a:picLocks noChangeAspect="1"/>
          </p:cNvPicPr>
          <p:nvPr/>
        </p:nvPicPr>
        <p:blipFill>
          <a:blip r:embed="rId7"/>
          <a:stretch>
            <a:fillRect/>
          </a:stretch>
        </p:blipFill>
        <p:spPr>
          <a:xfrm>
            <a:off x="633191" y="3895680"/>
            <a:ext cx="2853611" cy="1789834"/>
          </a:xfrm>
          <a:prstGeom prst="rect">
            <a:avLst/>
          </a:prstGeom>
        </p:spPr>
      </p:pic>
      <p:pic>
        <p:nvPicPr>
          <p:cNvPr id="17" name="Picture 16">
            <a:extLst>
              <a:ext uri="{FF2B5EF4-FFF2-40B4-BE49-F238E27FC236}">
                <a16:creationId xmlns:a16="http://schemas.microsoft.com/office/drawing/2014/main" id="{AA94FB91-F4D3-9FA2-AB62-62BBA77EDEDF}"/>
              </a:ext>
            </a:extLst>
          </p:cNvPr>
          <p:cNvPicPr>
            <a:picLocks noChangeAspect="1"/>
          </p:cNvPicPr>
          <p:nvPr/>
        </p:nvPicPr>
        <p:blipFill>
          <a:blip r:embed="rId8"/>
          <a:stretch>
            <a:fillRect/>
          </a:stretch>
        </p:blipFill>
        <p:spPr>
          <a:xfrm>
            <a:off x="3630319" y="3895680"/>
            <a:ext cx="2726973" cy="1789834"/>
          </a:xfrm>
          <a:prstGeom prst="rect">
            <a:avLst/>
          </a:prstGeom>
        </p:spPr>
      </p:pic>
      <p:pic>
        <p:nvPicPr>
          <p:cNvPr id="19" name="Picture 18">
            <a:extLst>
              <a:ext uri="{FF2B5EF4-FFF2-40B4-BE49-F238E27FC236}">
                <a16:creationId xmlns:a16="http://schemas.microsoft.com/office/drawing/2014/main" id="{648B6A76-36A9-D8C7-E0A5-E7A047C65542}"/>
              </a:ext>
            </a:extLst>
          </p:cNvPr>
          <p:cNvPicPr>
            <a:picLocks noChangeAspect="1"/>
          </p:cNvPicPr>
          <p:nvPr/>
        </p:nvPicPr>
        <p:blipFill>
          <a:blip r:embed="rId9"/>
          <a:stretch>
            <a:fillRect/>
          </a:stretch>
        </p:blipFill>
        <p:spPr>
          <a:xfrm>
            <a:off x="6520571" y="3895679"/>
            <a:ext cx="3804746" cy="1789834"/>
          </a:xfrm>
          <a:prstGeom prst="rect">
            <a:avLst/>
          </a:prstGeom>
        </p:spPr>
      </p:pic>
      <p:pic>
        <p:nvPicPr>
          <p:cNvPr id="25" name="Picture 24">
            <a:extLst>
              <a:ext uri="{FF2B5EF4-FFF2-40B4-BE49-F238E27FC236}">
                <a16:creationId xmlns:a16="http://schemas.microsoft.com/office/drawing/2014/main" id="{AA31D29A-32C3-0469-0A8A-364AB9F3661E}"/>
              </a:ext>
            </a:extLst>
          </p:cNvPr>
          <p:cNvPicPr>
            <a:picLocks noChangeAspect="1"/>
          </p:cNvPicPr>
          <p:nvPr/>
        </p:nvPicPr>
        <p:blipFill>
          <a:blip r:embed="rId10"/>
          <a:stretch>
            <a:fillRect/>
          </a:stretch>
        </p:blipFill>
        <p:spPr>
          <a:xfrm>
            <a:off x="643341" y="1511309"/>
            <a:ext cx="1882710" cy="378804"/>
          </a:xfrm>
          <a:prstGeom prst="rect">
            <a:avLst/>
          </a:prstGeom>
        </p:spPr>
      </p:pic>
      <p:grpSp>
        <p:nvGrpSpPr>
          <p:cNvPr id="2" name="Group 1">
            <a:extLst>
              <a:ext uri="{FF2B5EF4-FFF2-40B4-BE49-F238E27FC236}">
                <a16:creationId xmlns:a16="http://schemas.microsoft.com/office/drawing/2014/main" id="{63D8D2F5-9CF1-429E-432D-0B85B69810E4}"/>
              </a:ext>
            </a:extLst>
          </p:cNvPr>
          <p:cNvGrpSpPr/>
          <p:nvPr/>
        </p:nvGrpSpPr>
        <p:grpSpPr>
          <a:xfrm>
            <a:off x="86945" y="6267040"/>
            <a:ext cx="418897" cy="418897"/>
            <a:chOff x="86945" y="6267040"/>
            <a:chExt cx="418897" cy="418897"/>
          </a:xfrm>
        </p:grpSpPr>
        <p:sp>
          <p:nvSpPr>
            <p:cNvPr id="4" name="Rectangle 3">
              <a:extLst>
                <a:ext uri="{FF2B5EF4-FFF2-40B4-BE49-F238E27FC236}">
                  <a16:creationId xmlns:a16="http://schemas.microsoft.com/office/drawing/2014/main" id="{5D30D864-703A-0F20-BE84-F346AC8E72CD}"/>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7" name="Picture 6">
              <a:hlinkClick r:id="rId11"/>
              <a:extLst>
                <a:ext uri="{FF2B5EF4-FFF2-40B4-BE49-F238E27FC236}">
                  <a16:creationId xmlns:a16="http://schemas.microsoft.com/office/drawing/2014/main" id="{084A2076-00B1-469F-D7F7-59B0ACF6E72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120839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D2841-A915-DEFA-8CF3-F95D8FFF876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678AA6-C7FE-49B2-78BF-6DB719F9ED1C}"/>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11" name="Flowchart: Punched Tape 10">
            <a:extLst>
              <a:ext uri="{FF2B5EF4-FFF2-40B4-BE49-F238E27FC236}">
                <a16:creationId xmlns:a16="http://schemas.microsoft.com/office/drawing/2014/main" id="{54B3D19E-0140-75AB-12D2-02610EA6CB95}"/>
              </a:ext>
            </a:extLst>
          </p:cNvPr>
          <p:cNvSpPr>
            <a:spLocks/>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FFD1DF9D-3A4D-7B5C-3D01-560B5C17D437}"/>
              </a:ext>
            </a:extLst>
          </p:cNvPr>
          <p:cNvSpPr>
            <a:spLocks/>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sp>
        <p:nvSpPr>
          <p:cNvPr id="3" name="TextBox 2">
            <a:extLst>
              <a:ext uri="{FF2B5EF4-FFF2-40B4-BE49-F238E27FC236}">
                <a16:creationId xmlns:a16="http://schemas.microsoft.com/office/drawing/2014/main" id="{D8ED1F24-6218-9634-3636-4DF4D9C90F30}"/>
              </a:ext>
            </a:extLst>
          </p:cNvPr>
          <p:cNvSpPr txBox="1">
            <a:spLocks/>
          </p:cNvSpPr>
          <p:nvPr/>
        </p:nvSpPr>
        <p:spPr>
          <a:xfrm>
            <a:off x="571091" y="981330"/>
            <a:ext cx="1792798" cy="442429"/>
          </a:xfrm>
          <a:prstGeom prst="rect">
            <a:avLst/>
          </a:prstGeom>
          <a:noFill/>
        </p:spPr>
        <p:txBody>
          <a:bodyPr wrap="square">
            <a:spAutoFit/>
          </a:bodyPr>
          <a:lstStyle/>
          <a:p>
            <a:pPr algn="l">
              <a:buNone/>
            </a:pPr>
            <a:r>
              <a:rPr lang="en-US" sz="2275" b="1" u="sng" dirty="0">
                <a:solidFill>
                  <a:schemeClr val="bg1"/>
                </a:solidFill>
                <a:latin typeface="fkGroteskNeue"/>
              </a:rPr>
              <a:t>ER </a:t>
            </a:r>
            <a:r>
              <a:rPr lang="en-US" sz="2275" b="1" u="sng" dirty="0">
                <a:solidFill>
                  <a:schemeClr val="bg1"/>
                </a:solidFill>
              </a:rPr>
              <a:t>Diagram</a:t>
            </a:r>
          </a:p>
        </p:txBody>
      </p:sp>
      <p:pic>
        <p:nvPicPr>
          <p:cNvPr id="4" name="Picture 3">
            <a:extLst>
              <a:ext uri="{FF2B5EF4-FFF2-40B4-BE49-F238E27FC236}">
                <a16:creationId xmlns:a16="http://schemas.microsoft.com/office/drawing/2014/main" id="{4DFF5CCB-3DC4-C011-C115-8EAB50AD7A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8307" y="1543966"/>
            <a:ext cx="5759390" cy="4196877"/>
          </a:xfrm>
          <a:prstGeom prst="rect">
            <a:avLst/>
          </a:prstGeom>
        </p:spPr>
      </p:pic>
      <p:grpSp>
        <p:nvGrpSpPr>
          <p:cNvPr id="2" name="Group 1">
            <a:extLst>
              <a:ext uri="{FF2B5EF4-FFF2-40B4-BE49-F238E27FC236}">
                <a16:creationId xmlns:a16="http://schemas.microsoft.com/office/drawing/2014/main" id="{BFAA7B67-2F05-B2A1-B845-BD179D001614}"/>
              </a:ext>
            </a:extLst>
          </p:cNvPr>
          <p:cNvGrpSpPr/>
          <p:nvPr/>
        </p:nvGrpSpPr>
        <p:grpSpPr>
          <a:xfrm>
            <a:off x="86945" y="6267040"/>
            <a:ext cx="418897" cy="418897"/>
            <a:chOff x="86945" y="6267040"/>
            <a:chExt cx="418897" cy="418897"/>
          </a:xfrm>
        </p:grpSpPr>
        <p:sp>
          <p:nvSpPr>
            <p:cNvPr id="6" name="Rectangle 5">
              <a:extLst>
                <a:ext uri="{FF2B5EF4-FFF2-40B4-BE49-F238E27FC236}">
                  <a16:creationId xmlns:a16="http://schemas.microsoft.com/office/drawing/2014/main" id="{4D034882-5B64-199F-976F-399E4C507CA8}"/>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7" name="Picture 6">
              <a:hlinkClick r:id="rId5"/>
              <a:extLst>
                <a:ext uri="{FF2B5EF4-FFF2-40B4-BE49-F238E27FC236}">
                  <a16:creationId xmlns:a16="http://schemas.microsoft.com/office/drawing/2014/main" id="{D405D966-5E3D-27FA-8B6D-0CACD3145D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864583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D42A4-6A6D-56DC-DA3A-64383AE08C7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3521386-B1CC-31D2-962B-5CE58B87965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5171B792-AFC4-13AF-5D2E-BAF87782393D}"/>
              </a:ext>
            </a:extLst>
          </p:cNvPr>
          <p:cNvSpPr>
            <a:spLocks/>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1. Retrieve customer names and emails for email marketing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B3BFAFDB-ACC2-FBA4-1E61-5CF79FAC5980}"/>
              </a:ext>
            </a:extLst>
          </p:cNvPr>
          <p:cNvSpPr>
            <a:spLocks/>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1463" b="1" dirty="0">
                <a:highlight>
                  <a:srgbClr val="00FF00"/>
                </a:highlight>
              </a:rPr>
              <a:t>select name, email from customers;</a:t>
            </a:r>
          </a:p>
        </p:txBody>
      </p:sp>
      <p:sp>
        <p:nvSpPr>
          <p:cNvPr id="9" name="Oval 8">
            <a:extLst>
              <a:ext uri="{FF2B5EF4-FFF2-40B4-BE49-F238E27FC236}">
                <a16:creationId xmlns:a16="http://schemas.microsoft.com/office/drawing/2014/main" id="{A6666806-A5AB-6DAC-A53F-593FEA3F4583}"/>
              </a:ext>
            </a:extLst>
          </p:cNvPr>
          <p:cNvSpPr>
            <a:spLocks/>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B59216F7-FB38-9841-105A-41AA2DA6CC57}"/>
              </a:ext>
            </a:extLst>
          </p:cNvPr>
          <p:cNvSpPr txBox="1">
            <a:spLocks/>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F563BCCF-D524-1D20-4DD7-6C4FA79F34EA}"/>
              </a:ext>
            </a:extLst>
          </p:cNvPr>
          <p:cNvSpPr>
            <a:spLocks/>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865FB7BD-D708-88AC-2A86-C3D7D7CCF2C3}"/>
              </a:ext>
            </a:extLst>
          </p:cNvPr>
          <p:cNvSpPr>
            <a:spLocks/>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751F66D9-70E6-0A02-4023-B067581251A1}"/>
              </a:ext>
            </a:extLst>
          </p:cNvPr>
          <p:cNvSpPr>
            <a:spLocks/>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14" name="Rectangle: Rounded Corners 13">
            <a:extLst>
              <a:ext uri="{FF2B5EF4-FFF2-40B4-BE49-F238E27FC236}">
                <a16:creationId xmlns:a16="http://schemas.microsoft.com/office/drawing/2014/main" id="{446C0167-942C-1F5E-6210-A7D7920C98BE}"/>
              </a:ext>
            </a:extLst>
          </p:cNvPr>
          <p:cNvSpPr>
            <a:spLocks/>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4" name="Flowchart: Punched Tape 3">
            <a:extLst>
              <a:ext uri="{FF2B5EF4-FFF2-40B4-BE49-F238E27FC236}">
                <a16:creationId xmlns:a16="http://schemas.microsoft.com/office/drawing/2014/main" id="{DC3F100F-05BE-5ECB-04A8-04BAE5366140}"/>
              </a:ext>
            </a:extLst>
          </p:cNvPr>
          <p:cNvSpPr>
            <a:spLocks/>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57CED56F-86FD-DF2B-40F6-AB6AC6A1082D}"/>
              </a:ext>
            </a:extLst>
          </p:cNvPr>
          <p:cNvSpPr>
            <a:spLocks/>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pic>
        <p:nvPicPr>
          <p:cNvPr id="3" name="Picture 2">
            <a:extLst>
              <a:ext uri="{FF2B5EF4-FFF2-40B4-BE49-F238E27FC236}">
                <a16:creationId xmlns:a16="http://schemas.microsoft.com/office/drawing/2014/main" id="{5AA33321-8B30-BFB0-3510-1B1057FE6752}"/>
              </a:ext>
            </a:extLst>
          </p:cNvPr>
          <p:cNvPicPr>
            <a:picLocks noChangeAspect="1"/>
          </p:cNvPicPr>
          <p:nvPr/>
        </p:nvPicPr>
        <p:blipFill>
          <a:blip r:embed="rId4"/>
          <a:stretch>
            <a:fillRect/>
          </a:stretch>
        </p:blipFill>
        <p:spPr>
          <a:xfrm>
            <a:off x="5289079" y="2783140"/>
            <a:ext cx="3639208" cy="2693194"/>
          </a:xfrm>
          <a:prstGeom prst="rect">
            <a:avLst/>
          </a:prstGeom>
        </p:spPr>
      </p:pic>
      <p:grpSp>
        <p:nvGrpSpPr>
          <p:cNvPr id="2" name="Group 1">
            <a:extLst>
              <a:ext uri="{FF2B5EF4-FFF2-40B4-BE49-F238E27FC236}">
                <a16:creationId xmlns:a16="http://schemas.microsoft.com/office/drawing/2014/main" id="{EF8D44C0-F577-AAD0-6C05-EBE85B3B56C4}"/>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E2D5DF55-9FA8-DFA8-FC85-E168820A019A}"/>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40E4189E-E81B-DD48-58A5-E79FA9A1F4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022555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01022-A72D-AC1E-FF8E-7096E229EAE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CCACE7E-0E06-B0C4-7624-B59395D5877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B8490ADC-9791-30A7-0378-33C524B57D60}"/>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2. View complete product catalog with all available details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F6AD1797-6A08-1186-BD34-C3FE8929493A}"/>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1463" b="1" dirty="0">
                <a:highlight>
                  <a:srgbClr val="00FF00"/>
                </a:highlight>
              </a:rPr>
              <a:t>select * from products;</a:t>
            </a:r>
          </a:p>
        </p:txBody>
      </p:sp>
      <p:sp>
        <p:nvSpPr>
          <p:cNvPr id="9" name="Oval 8">
            <a:extLst>
              <a:ext uri="{FF2B5EF4-FFF2-40B4-BE49-F238E27FC236}">
                <a16:creationId xmlns:a16="http://schemas.microsoft.com/office/drawing/2014/main" id="{231CA4F9-EF0E-3C75-E6EA-768EFB2056E5}"/>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14F6F741-6900-6025-2D5C-9328D13398C5}"/>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36927734-0E5D-E35E-124B-42EA3BA2DEAA}"/>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32D56430-E0D3-4FAA-FDBA-D8359E045990}"/>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516B846A-D823-532E-7651-886178C8B6ED}"/>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11" name="Picture 10">
            <a:extLst>
              <a:ext uri="{FF2B5EF4-FFF2-40B4-BE49-F238E27FC236}">
                <a16:creationId xmlns:a16="http://schemas.microsoft.com/office/drawing/2014/main" id="{0CAAF483-F4F2-936F-24B6-F8BC71F19376}"/>
              </a:ext>
            </a:extLst>
          </p:cNvPr>
          <p:cNvPicPr>
            <a:picLocks noGrp="1" noRot="1" noChangeAspect="1" noMove="1" noResize="1" noEditPoints="1" noAdjustHandles="1" noChangeArrowheads="1" noChangeShapeType="1" noCrop="1"/>
          </p:cNvPicPr>
          <p:nvPr/>
        </p:nvPicPr>
        <p:blipFill>
          <a:blip r:embed="rId4"/>
          <a:stretch>
            <a:fillRect/>
          </a:stretch>
        </p:blipFill>
        <p:spPr>
          <a:xfrm>
            <a:off x="4793229" y="2736705"/>
            <a:ext cx="4724414" cy="2693194"/>
          </a:xfrm>
          <a:prstGeom prst="rect">
            <a:avLst/>
          </a:prstGeom>
        </p:spPr>
      </p:pic>
      <p:sp>
        <p:nvSpPr>
          <p:cNvPr id="14" name="Rectangle: Rounded Corners 13">
            <a:extLst>
              <a:ext uri="{FF2B5EF4-FFF2-40B4-BE49-F238E27FC236}">
                <a16:creationId xmlns:a16="http://schemas.microsoft.com/office/drawing/2014/main" id="{0A75254E-7F2F-6506-D8FA-79B9C4720D49}"/>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4" name="Flowchart: Punched Tape 3">
            <a:extLst>
              <a:ext uri="{FF2B5EF4-FFF2-40B4-BE49-F238E27FC236}">
                <a16:creationId xmlns:a16="http://schemas.microsoft.com/office/drawing/2014/main" id="{E135FFDE-6C63-F89B-F953-701B5D2F776A}"/>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0A727CBF-5782-9513-BEEF-A13FDF05CBB8}"/>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2" name="Group 1">
            <a:extLst>
              <a:ext uri="{FF2B5EF4-FFF2-40B4-BE49-F238E27FC236}">
                <a16:creationId xmlns:a16="http://schemas.microsoft.com/office/drawing/2014/main" id="{257144E5-7EDC-8D8D-E470-5C969A18975B}"/>
              </a:ext>
            </a:extLst>
          </p:cNvPr>
          <p:cNvGrpSpPr/>
          <p:nvPr/>
        </p:nvGrpSpPr>
        <p:grpSpPr>
          <a:xfrm>
            <a:off x="86945" y="6267040"/>
            <a:ext cx="418897" cy="418897"/>
            <a:chOff x="86945" y="6267040"/>
            <a:chExt cx="418897" cy="418897"/>
          </a:xfrm>
        </p:grpSpPr>
        <p:sp>
          <p:nvSpPr>
            <p:cNvPr id="3" name="Rectangle 2">
              <a:extLst>
                <a:ext uri="{FF2B5EF4-FFF2-40B4-BE49-F238E27FC236}">
                  <a16:creationId xmlns:a16="http://schemas.microsoft.com/office/drawing/2014/main" id="{5A669DF6-12DD-EE2D-D9E3-C4262E72CFEB}"/>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27ED5FCE-285A-F274-89CA-1AF570685D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69265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F9C28-0C41-06E0-EA11-49E36CEEAA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8D44D9E-B1B1-C742-AA5B-A6FF36255FB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E3263C92-3A37-C9AD-02D3-E924F4882AB7}"/>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3. List all unique product categories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4D0A91AC-981D-D9AB-80B6-0799004CB7BB}"/>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463" b="1" dirty="0">
                <a:highlight>
                  <a:srgbClr val="00FF00"/>
                </a:highlight>
              </a:rPr>
              <a:t>select distinct(category) from products;</a:t>
            </a:r>
            <a:endParaRPr lang="en-IN" sz="1463" b="1" dirty="0">
              <a:highlight>
                <a:srgbClr val="00FF00"/>
              </a:highlight>
            </a:endParaRPr>
          </a:p>
        </p:txBody>
      </p:sp>
      <p:sp>
        <p:nvSpPr>
          <p:cNvPr id="9" name="Oval 8">
            <a:extLst>
              <a:ext uri="{FF2B5EF4-FFF2-40B4-BE49-F238E27FC236}">
                <a16:creationId xmlns:a16="http://schemas.microsoft.com/office/drawing/2014/main" id="{E1343383-708B-3D0C-BF75-22386AFB9682}"/>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B174A4B4-8DDE-87A3-07E7-EA6F8CBC8857}"/>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990D9C47-5145-926C-C422-7CB8490442A2}"/>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B3A5B77C-3ADB-819F-BDA4-9B461D121A6E}"/>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091EEE76-D419-0070-BBD5-187A57B5B150}"/>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3" name="Picture 2">
            <a:extLst>
              <a:ext uri="{FF2B5EF4-FFF2-40B4-BE49-F238E27FC236}">
                <a16:creationId xmlns:a16="http://schemas.microsoft.com/office/drawing/2014/main" id="{5E8C7A53-4350-349C-FDAF-9FDFE529D76A}"/>
              </a:ext>
            </a:extLst>
          </p:cNvPr>
          <p:cNvPicPr>
            <a:picLocks noGrp="1" noRot="1" noChangeAspect="1" noMove="1" noResize="1" noEditPoints="1" noAdjustHandles="1" noChangeArrowheads="1" noChangeShapeType="1" noCrop="1"/>
          </p:cNvPicPr>
          <p:nvPr/>
        </p:nvPicPr>
        <p:blipFill>
          <a:blip r:embed="rId4"/>
          <a:stretch>
            <a:fillRect/>
          </a:stretch>
        </p:blipFill>
        <p:spPr>
          <a:xfrm>
            <a:off x="6063435" y="3045513"/>
            <a:ext cx="2132307" cy="2100910"/>
          </a:xfrm>
          <a:prstGeom prst="rect">
            <a:avLst/>
          </a:prstGeom>
        </p:spPr>
      </p:pic>
      <p:sp>
        <p:nvSpPr>
          <p:cNvPr id="4" name="Rectangle: Rounded Corners 3">
            <a:extLst>
              <a:ext uri="{FF2B5EF4-FFF2-40B4-BE49-F238E27FC236}">
                <a16:creationId xmlns:a16="http://schemas.microsoft.com/office/drawing/2014/main" id="{33128870-EE0D-AD91-26C1-C73681284F00}"/>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14" name="Flowchart: Punched Tape 13">
            <a:extLst>
              <a:ext uri="{FF2B5EF4-FFF2-40B4-BE49-F238E27FC236}">
                <a16:creationId xmlns:a16="http://schemas.microsoft.com/office/drawing/2014/main" id="{948C632D-D5DC-0F40-F79F-EB6C78D8867F}"/>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CC39C6F9-840B-AFB3-E81F-02C2476585FC}"/>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2" name="Group 1">
            <a:extLst>
              <a:ext uri="{FF2B5EF4-FFF2-40B4-BE49-F238E27FC236}">
                <a16:creationId xmlns:a16="http://schemas.microsoft.com/office/drawing/2014/main" id="{61DF4CB6-C6E7-8761-7274-D95BC2EBE001}"/>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FB91F5F0-096E-EFFB-2E1A-AAF122203420}"/>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7EFE2CE2-7A84-CAAB-B159-2D8AF7E2FF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12832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61B24-C0B2-B57F-D354-23498258D41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ACE028-3ABB-6266-EF5A-9F02C93CB2CF}"/>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7720A88E-7BB9-1111-D886-23CB0E5D9FA1}"/>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4. Show all products priced above ₹1,000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0B64C0B8-7B82-47F2-E676-6DF6432D8963}"/>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products where price &gt; 1000;</a:t>
            </a:r>
            <a:endParaRPr lang="en-IN" sz="1463" b="1" dirty="0">
              <a:highlight>
                <a:srgbClr val="00FF00"/>
              </a:highlight>
            </a:endParaRPr>
          </a:p>
        </p:txBody>
      </p:sp>
      <p:sp>
        <p:nvSpPr>
          <p:cNvPr id="9" name="Oval 8">
            <a:extLst>
              <a:ext uri="{FF2B5EF4-FFF2-40B4-BE49-F238E27FC236}">
                <a16:creationId xmlns:a16="http://schemas.microsoft.com/office/drawing/2014/main" id="{BEB1E93E-2CFB-8606-E8ED-427D95C27CD0}"/>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59849B74-0051-409D-361E-3E29C18D811D}"/>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13842C86-D04E-7297-9A54-869E5DC3D265}"/>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52006397-902D-9B65-DEB7-C33FDEE104B7}"/>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8C239898-C7BF-3455-19C3-B3877CBF6F8D}"/>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3" name="Picture 2">
            <a:extLst>
              <a:ext uri="{FF2B5EF4-FFF2-40B4-BE49-F238E27FC236}">
                <a16:creationId xmlns:a16="http://schemas.microsoft.com/office/drawing/2014/main" id="{8251416E-61E1-1AEC-76EF-610342F8D2E6}"/>
              </a:ext>
            </a:extLst>
          </p:cNvPr>
          <p:cNvPicPr>
            <a:picLocks noGrp="1" noRot="1" noChangeAspect="1" noMove="1" noResize="1" noEditPoints="1" noAdjustHandles="1" noChangeArrowheads="1" noChangeShapeType="1" noCrop="1"/>
          </p:cNvPicPr>
          <p:nvPr/>
        </p:nvPicPr>
        <p:blipFill>
          <a:blip r:embed="rId4"/>
          <a:stretch>
            <a:fillRect/>
          </a:stretch>
        </p:blipFill>
        <p:spPr>
          <a:xfrm>
            <a:off x="4785238" y="2736705"/>
            <a:ext cx="4665406" cy="2693194"/>
          </a:xfrm>
          <a:prstGeom prst="rect">
            <a:avLst/>
          </a:prstGeom>
        </p:spPr>
      </p:pic>
      <p:sp>
        <p:nvSpPr>
          <p:cNvPr id="4" name="Rectangle: Rounded Corners 3">
            <a:extLst>
              <a:ext uri="{FF2B5EF4-FFF2-40B4-BE49-F238E27FC236}">
                <a16:creationId xmlns:a16="http://schemas.microsoft.com/office/drawing/2014/main" id="{D1DD00BD-1399-7A22-9719-811B76A1876B}"/>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14" name="Flowchart: Punched Tape 13">
            <a:extLst>
              <a:ext uri="{FF2B5EF4-FFF2-40B4-BE49-F238E27FC236}">
                <a16:creationId xmlns:a16="http://schemas.microsoft.com/office/drawing/2014/main" id="{407ECB90-D87D-645F-B2D6-3FEBD75D2206}"/>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A37A4DB2-AC13-59A5-CE2D-147F70A9C52F}"/>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2" name="Group 1">
            <a:extLst>
              <a:ext uri="{FF2B5EF4-FFF2-40B4-BE49-F238E27FC236}">
                <a16:creationId xmlns:a16="http://schemas.microsoft.com/office/drawing/2014/main" id="{D0FD0F11-B4AF-5D3E-D3E0-507EC7E1A6F4}"/>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40FE888E-9BC7-1683-2973-51E572307BBE}"/>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B23300D9-5E85-C6E5-0803-13BB8F1BC6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436777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F7437-158E-015B-090B-5BB853D2CC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86E7A3-3A5F-F1BE-11BD-16AA34D6CDA2}"/>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DCCBDCBB-0A4C-9119-A9C5-2AB84F9E2156}"/>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5. Display products within a mid-range price bracket (₹2,000 to ₹5,000)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B4448B28-35CE-B518-CD73-1326188D132F}"/>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products where  price&gt;2000 and price&lt;5000; </a:t>
            </a:r>
          </a:p>
          <a:p>
            <a:endParaRPr lang="en-US" sz="1463" b="1" dirty="0">
              <a:highlight>
                <a:srgbClr val="00FF00"/>
              </a:highlight>
            </a:endParaRPr>
          </a:p>
          <a:p>
            <a:r>
              <a:rPr lang="en-US" sz="1463" b="1" dirty="0">
                <a:highlight>
                  <a:srgbClr val="00FF00"/>
                </a:highlight>
              </a:rPr>
              <a:t>-- we can also use price BETWEEN 2000 AND 5000.</a:t>
            </a:r>
            <a:endParaRPr lang="en-IN" sz="1463" b="1" dirty="0">
              <a:highlight>
                <a:srgbClr val="00FF00"/>
              </a:highlight>
            </a:endParaRPr>
          </a:p>
        </p:txBody>
      </p:sp>
      <p:sp>
        <p:nvSpPr>
          <p:cNvPr id="9" name="Oval 8">
            <a:extLst>
              <a:ext uri="{FF2B5EF4-FFF2-40B4-BE49-F238E27FC236}">
                <a16:creationId xmlns:a16="http://schemas.microsoft.com/office/drawing/2014/main" id="{616076CA-3E6D-85FE-899C-B82050A7D4F2}"/>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108F7AC9-C219-246C-688F-57B2DB34F32C}"/>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587702FB-9001-FE84-42FA-9B4AF6763834}"/>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EAEF2153-EA81-C65B-240B-4839C4E6FC3E}"/>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CC3AF992-44B9-24E2-3AC6-C69BD49B8B55}"/>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3" name="Picture 2">
            <a:extLst>
              <a:ext uri="{FF2B5EF4-FFF2-40B4-BE49-F238E27FC236}">
                <a16:creationId xmlns:a16="http://schemas.microsoft.com/office/drawing/2014/main" id="{D26A4B61-16E2-D03D-3EC8-367A96E8E37C}"/>
              </a:ext>
            </a:extLst>
          </p:cNvPr>
          <p:cNvPicPr>
            <a:picLocks noGrp="1" noRot="1" noChangeAspect="1" noMove="1" noResize="1" noEditPoints="1" noAdjustHandles="1" noChangeArrowheads="1" noChangeShapeType="1" noCrop="1"/>
          </p:cNvPicPr>
          <p:nvPr/>
        </p:nvPicPr>
        <p:blipFill>
          <a:blip r:embed="rId4"/>
          <a:stretch>
            <a:fillRect/>
          </a:stretch>
        </p:blipFill>
        <p:spPr>
          <a:xfrm>
            <a:off x="4841163" y="2674145"/>
            <a:ext cx="4676481" cy="2911193"/>
          </a:xfrm>
          <a:prstGeom prst="rect">
            <a:avLst/>
          </a:prstGeom>
        </p:spPr>
      </p:pic>
      <p:sp>
        <p:nvSpPr>
          <p:cNvPr id="4" name="Rectangle: Rounded Corners 3">
            <a:extLst>
              <a:ext uri="{FF2B5EF4-FFF2-40B4-BE49-F238E27FC236}">
                <a16:creationId xmlns:a16="http://schemas.microsoft.com/office/drawing/2014/main" id="{DB190FF7-D70A-3F71-3B80-A899548D4D62}"/>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14" name="Flowchart: Punched Tape 13">
            <a:extLst>
              <a:ext uri="{FF2B5EF4-FFF2-40B4-BE49-F238E27FC236}">
                <a16:creationId xmlns:a16="http://schemas.microsoft.com/office/drawing/2014/main" id="{C580672E-18FF-D238-2E93-815A6EB9C840}"/>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D7A712BA-E14D-BB1E-3268-8736BABC85C5}"/>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2" name="Group 1">
            <a:extLst>
              <a:ext uri="{FF2B5EF4-FFF2-40B4-BE49-F238E27FC236}">
                <a16:creationId xmlns:a16="http://schemas.microsoft.com/office/drawing/2014/main" id="{662CE14B-139C-C320-E12A-EAB2754F0AA4}"/>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C205DB9B-7E2D-A186-7B6F-6FF0E8AEC44E}"/>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0DB182E9-C470-A65B-CBD9-EDB1A88DA7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343203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F5E8-2641-72D3-02C2-C9419A59FF1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DA6C8F-6E73-6D8C-20BC-FCA92D11B370}"/>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172B8663-7956-E888-0484-DA8DA2DAC0BB}"/>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6. Fetch data for specific customer IDs (e.g., from loyalty program list)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4B629FE6-75F4-1F62-E958-0964C65ABEEC}"/>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customers where </a:t>
            </a:r>
            <a:r>
              <a:rPr lang="en-US" sz="1463" b="1" dirty="0" err="1">
                <a:highlight>
                  <a:srgbClr val="00FF00"/>
                </a:highlight>
              </a:rPr>
              <a:t>customer_id</a:t>
            </a:r>
            <a:r>
              <a:rPr lang="en-US" sz="1463" b="1" dirty="0">
                <a:highlight>
                  <a:srgbClr val="00FF00"/>
                </a:highlight>
              </a:rPr>
              <a:t> in (2,4,5,7,25);</a:t>
            </a:r>
            <a:endParaRPr lang="en-IN" sz="1463" b="1" dirty="0">
              <a:highlight>
                <a:srgbClr val="00FF00"/>
              </a:highlight>
            </a:endParaRPr>
          </a:p>
        </p:txBody>
      </p:sp>
      <p:sp>
        <p:nvSpPr>
          <p:cNvPr id="9" name="Oval 8">
            <a:extLst>
              <a:ext uri="{FF2B5EF4-FFF2-40B4-BE49-F238E27FC236}">
                <a16:creationId xmlns:a16="http://schemas.microsoft.com/office/drawing/2014/main" id="{C2DCF723-BEC4-785E-0C4A-A4FB6590E029}"/>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37A92EBA-7819-8B0B-CC5D-2FCF8BAC7173}"/>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296CFF47-F8C3-2EED-DD62-E846493C9D44}"/>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BD858755-04DF-7412-0796-D57AAAE50304}"/>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3C597558-11FD-7F3F-91EB-5CABD50433AA}"/>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15" name="Picture 14">
            <a:extLst>
              <a:ext uri="{FF2B5EF4-FFF2-40B4-BE49-F238E27FC236}">
                <a16:creationId xmlns:a16="http://schemas.microsoft.com/office/drawing/2014/main" id="{958D2FC6-4EE4-119E-87B5-7BC1C6C10D49}"/>
              </a:ext>
            </a:extLst>
          </p:cNvPr>
          <p:cNvPicPr>
            <a:picLocks noGrp="1" noRot="1" noChangeAspect="1" noMove="1" noResize="1" noEditPoints="1" noAdjustHandles="1" noChangeArrowheads="1" noChangeShapeType="1" noCrop="1"/>
          </p:cNvPicPr>
          <p:nvPr/>
        </p:nvPicPr>
        <p:blipFill>
          <a:blip r:embed="rId4"/>
          <a:stretch>
            <a:fillRect/>
          </a:stretch>
        </p:blipFill>
        <p:spPr>
          <a:xfrm>
            <a:off x="4737307" y="2764135"/>
            <a:ext cx="4681384" cy="2064888"/>
          </a:xfrm>
          <a:prstGeom prst="rect">
            <a:avLst/>
          </a:prstGeom>
        </p:spPr>
      </p:pic>
      <p:sp>
        <p:nvSpPr>
          <p:cNvPr id="16" name="Rectangle: Rounded Corners 15">
            <a:extLst>
              <a:ext uri="{FF2B5EF4-FFF2-40B4-BE49-F238E27FC236}">
                <a16:creationId xmlns:a16="http://schemas.microsoft.com/office/drawing/2014/main" id="{FC802067-ACD6-197B-D1D6-3BCEA6F047F6}"/>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4" name="Flowchart: Punched Tape 3">
            <a:extLst>
              <a:ext uri="{FF2B5EF4-FFF2-40B4-BE49-F238E27FC236}">
                <a16:creationId xmlns:a16="http://schemas.microsoft.com/office/drawing/2014/main" id="{8D42F206-4254-0938-62C3-41B9C7DD5C10}"/>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1" name="Arrow: Pentagon 10">
            <a:extLst>
              <a:ext uri="{FF2B5EF4-FFF2-40B4-BE49-F238E27FC236}">
                <a16:creationId xmlns:a16="http://schemas.microsoft.com/office/drawing/2014/main" id="{66AD3704-1FA5-D68F-3B46-27160ED06012}"/>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2" name="Group 1">
            <a:extLst>
              <a:ext uri="{FF2B5EF4-FFF2-40B4-BE49-F238E27FC236}">
                <a16:creationId xmlns:a16="http://schemas.microsoft.com/office/drawing/2014/main" id="{374E7BA1-A604-714C-AD04-3543E09F0CA6}"/>
              </a:ext>
            </a:extLst>
          </p:cNvPr>
          <p:cNvGrpSpPr/>
          <p:nvPr/>
        </p:nvGrpSpPr>
        <p:grpSpPr>
          <a:xfrm>
            <a:off x="86945" y="6267040"/>
            <a:ext cx="418897" cy="418897"/>
            <a:chOff x="86945" y="6267040"/>
            <a:chExt cx="418897" cy="418897"/>
          </a:xfrm>
        </p:grpSpPr>
        <p:sp>
          <p:nvSpPr>
            <p:cNvPr id="3" name="Rectangle 2">
              <a:extLst>
                <a:ext uri="{FF2B5EF4-FFF2-40B4-BE49-F238E27FC236}">
                  <a16:creationId xmlns:a16="http://schemas.microsoft.com/office/drawing/2014/main" id="{D9A009A8-8F87-9366-1B61-CEC3E3C5678C}"/>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4" name="Picture 13">
              <a:hlinkClick r:id="rId5"/>
              <a:extLst>
                <a:ext uri="{FF2B5EF4-FFF2-40B4-BE49-F238E27FC236}">
                  <a16:creationId xmlns:a16="http://schemas.microsoft.com/office/drawing/2014/main" id="{E7F05383-9726-F4CB-25A5-63C67868E4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234011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EB3E2-BB80-DACF-DADB-A30E4D1925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3B84D72-F84F-5485-A813-1D61478566F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CF833AB7-C542-FCE7-8915-5A17FB84C76D}"/>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7. Identify customers whose names start with the letter ‘A’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B1127E37-8169-B872-01C1-D0C0E71D4EB5}"/>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customers </a:t>
            </a:r>
          </a:p>
          <a:p>
            <a:r>
              <a:rPr lang="en-US" sz="1463" b="1" dirty="0">
                <a:highlight>
                  <a:srgbClr val="00FF00"/>
                </a:highlight>
              </a:rPr>
              <a:t>where substring(name,1,1) in ("a", "A");</a:t>
            </a:r>
            <a:endParaRPr lang="en-IN" sz="1463" b="1" dirty="0">
              <a:highlight>
                <a:srgbClr val="00FF00"/>
              </a:highlight>
            </a:endParaRPr>
          </a:p>
        </p:txBody>
      </p:sp>
      <p:sp>
        <p:nvSpPr>
          <p:cNvPr id="9" name="Oval 8">
            <a:extLst>
              <a:ext uri="{FF2B5EF4-FFF2-40B4-BE49-F238E27FC236}">
                <a16:creationId xmlns:a16="http://schemas.microsoft.com/office/drawing/2014/main" id="{BED58828-4016-16CD-7419-BCCCCBEC1727}"/>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CBF18184-8260-2E44-8E2B-10C11EE22585}"/>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52A566DE-2A73-577B-55F3-EA261A504085}"/>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07AC5D25-72F6-E587-FE21-49C9B635D02A}"/>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4896FAE9-D1CD-D44C-380B-DB62A611CA22}"/>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3" name="Picture 2">
            <a:extLst>
              <a:ext uri="{FF2B5EF4-FFF2-40B4-BE49-F238E27FC236}">
                <a16:creationId xmlns:a16="http://schemas.microsoft.com/office/drawing/2014/main" id="{A3740EA4-9B0F-46D9-0C3E-77929678960C}"/>
              </a:ext>
            </a:extLst>
          </p:cNvPr>
          <p:cNvPicPr>
            <a:picLocks noGrp="1" noRot="1" noChangeAspect="1" noMove="1" noResize="1" noEditPoints="1" noAdjustHandles="1" noChangeArrowheads="1" noChangeShapeType="1" noCrop="1"/>
          </p:cNvPicPr>
          <p:nvPr/>
        </p:nvPicPr>
        <p:blipFill>
          <a:blip r:embed="rId4"/>
          <a:stretch>
            <a:fillRect/>
          </a:stretch>
        </p:blipFill>
        <p:spPr>
          <a:xfrm>
            <a:off x="4471479" y="2817078"/>
            <a:ext cx="5274411" cy="1918602"/>
          </a:xfrm>
          <a:prstGeom prst="rect">
            <a:avLst/>
          </a:prstGeom>
        </p:spPr>
      </p:pic>
      <p:sp>
        <p:nvSpPr>
          <p:cNvPr id="4" name="Rectangle: Rounded Corners 3">
            <a:extLst>
              <a:ext uri="{FF2B5EF4-FFF2-40B4-BE49-F238E27FC236}">
                <a16:creationId xmlns:a16="http://schemas.microsoft.com/office/drawing/2014/main" id="{7137EDF3-AD41-78E0-9CC5-B112F28AC09F}"/>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14" name="Flowchart: Punched Tape 13">
            <a:extLst>
              <a:ext uri="{FF2B5EF4-FFF2-40B4-BE49-F238E27FC236}">
                <a16:creationId xmlns:a16="http://schemas.microsoft.com/office/drawing/2014/main" id="{E40504F1-0E09-2AA2-68C1-66092457D1F6}"/>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62F2B0B9-E217-695A-E336-7D8E3A1BCAE9}"/>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2" name="Group 1">
            <a:extLst>
              <a:ext uri="{FF2B5EF4-FFF2-40B4-BE49-F238E27FC236}">
                <a16:creationId xmlns:a16="http://schemas.microsoft.com/office/drawing/2014/main" id="{64D0052A-0976-B15B-98BA-340B45D33E42}"/>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A608A47E-7D57-F855-95C0-54FF82BB4E69}"/>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BED1321A-9537-0C69-4590-3538FA084A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2475064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ADDF8-50FD-F952-060A-C9054C7939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61E35CC-52AF-5658-8648-5DD7FB51797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9B44D740-2853-57D9-E251-5A2AAD831993}"/>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8. List electronics products priced under ₹3,000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68A2E117-EBB5-F901-E477-C72262272210}"/>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products where category = "Electronics" and price &lt; 3000;</a:t>
            </a:r>
            <a:endParaRPr lang="en-IN" sz="1463" b="1" dirty="0">
              <a:highlight>
                <a:srgbClr val="00FF00"/>
              </a:highlight>
            </a:endParaRPr>
          </a:p>
        </p:txBody>
      </p:sp>
      <p:sp>
        <p:nvSpPr>
          <p:cNvPr id="9" name="Oval 8">
            <a:extLst>
              <a:ext uri="{FF2B5EF4-FFF2-40B4-BE49-F238E27FC236}">
                <a16:creationId xmlns:a16="http://schemas.microsoft.com/office/drawing/2014/main" id="{98C84B5C-DC04-CFE5-C03C-1D634E04E5C5}"/>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55BF161C-DFC9-7538-8551-BA602EAF2E58}"/>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747CB0A2-B544-5638-FFE4-29581AB89309}"/>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751C0F90-A3B3-BB1D-3D0E-D1FD4A29287A}"/>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0C65C458-5E32-C6F0-EA63-035C12D8A6E8}"/>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3" name="Picture 2">
            <a:extLst>
              <a:ext uri="{FF2B5EF4-FFF2-40B4-BE49-F238E27FC236}">
                <a16:creationId xmlns:a16="http://schemas.microsoft.com/office/drawing/2014/main" id="{839881AB-A881-86F7-F80C-4485189F467A}"/>
              </a:ext>
            </a:extLst>
          </p:cNvPr>
          <p:cNvPicPr>
            <a:picLocks noGrp="1" noRot="1" noChangeAspect="1" noMove="1" noResize="1" noEditPoints="1" noAdjustHandles="1" noChangeArrowheads="1" noChangeShapeType="1" noCrop="1"/>
          </p:cNvPicPr>
          <p:nvPr/>
        </p:nvPicPr>
        <p:blipFill>
          <a:blip r:embed="rId4"/>
          <a:stretch>
            <a:fillRect/>
          </a:stretch>
        </p:blipFill>
        <p:spPr>
          <a:xfrm>
            <a:off x="4514596" y="2736705"/>
            <a:ext cx="5188172" cy="2693194"/>
          </a:xfrm>
          <a:prstGeom prst="rect">
            <a:avLst/>
          </a:prstGeom>
        </p:spPr>
      </p:pic>
      <p:sp>
        <p:nvSpPr>
          <p:cNvPr id="4" name="Rectangle: Rounded Corners 3">
            <a:extLst>
              <a:ext uri="{FF2B5EF4-FFF2-40B4-BE49-F238E27FC236}">
                <a16:creationId xmlns:a16="http://schemas.microsoft.com/office/drawing/2014/main" id="{5E6ED376-6275-B8C7-7E51-03E1232668E5}"/>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14" name="Flowchart: Punched Tape 13">
            <a:extLst>
              <a:ext uri="{FF2B5EF4-FFF2-40B4-BE49-F238E27FC236}">
                <a16:creationId xmlns:a16="http://schemas.microsoft.com/office/drawing/2014/main" id="{E071DCB5-E617-C955-F659-8B0590EA005B}"/>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D20F7C21-50C0-2E69-A91E-693BA370F2F3}"/>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2" name="Group 1">
            <a:extLst>
              <a:ext uri="{FF2B5EF4-FFF2-40B4-BE49-F238E27FC236}">
                <a16:creationId xmlns:a16="http://schemas.microsoft.com/office/drawing/2014/main" id="{96425A57-9EBD-A709-19A9-F47E8603999D}"/>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BE8C21E4-BD69-6D38-ABBB-F9CEF2A4406E}"/>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E713228D-4DA1-6E11-BB8D-0342BE0B2F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052010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E3360F-8257-1ADA-C59C-3A30A0BE23D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0C438AC7-7407-D849-29AB-DE956F880EA3}"/>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9. Display product names and prices in descending order of price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88BFC328-F394-9C13-C3F8-AFCE939BC00A}"/>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name, price from products order by price desc;</a:t>
            </a:r>
            <a:endParaRPr lang="en-IN" sz="1463" b="1" dirty="0">
              <a:highlight>
                <a:srgbClr val="00FF00"/>
              </a:highlight>
            </a:endParaRPr>
          </a:p>
        </p:txBody>
      </p:sp>
      <p:sp>
        <p:nvSpPr>
          <p:cNvPr id="9" name="Oval 8">
            <a:extLst>
              <a:ext uri="{FF2B5EF4-FFF2-40B4-BE49-F238E27FC236}">
                <a16:creationId xmlns:a16="http://schemas.microsoft.com/office/drawing/2014/main" id="{59886890-8A44-0DFE-5CEF-7B2BD9772D6C}"/>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BF31531F-356A-3F0C-4C9B-A1ACB24A75F1}"/>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2006EE5A-8DA6-0EC5-E4B7-3054A930C8C9}"/>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202931AA-EEEE-261C-993D-840D88917B29}"/>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4AFF567B-7394-75CA-4D4E-96B09EDF27E7}"/>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15" name="Picture 14">
            <a:extLst>
              <a:ext uri="{FF2B5EF4-FFF2-40B4-BE49-F238E27FC236}">
                <a16:creationId xmlns:a16="http://schemas.microsoft.com/office/drawing/2014/main" id="{971C5015-53BA-0A42-268D-997DADE10523}"/>
              </a:ext>
            </a:extLst>
          </p:cNvPr>
          <p:cNvPicPr>
            <a:picLocks noGrp="1" noRot="1" noChangeAspect="1" noMove="1" noResize="1" noEditPoints="1" noAdjustHandles="1" noChangeArrowheads="1" noChangeShapeType="1" noCrop="1"/>
          </p:cNvPicPr>
          <p:nvPr/>
        </p:nvPicPr>
        <p:blipFill>
          <a:blip r:embed="rId4"/>
          <a:stretch>
            <a:fillRect/>
          </a:stretch>
        </p:blipFill>
        <p:spPr>
          <a:xfrm>
            <a:off x="5025233" y="2736709"/>
            <a:ext cx="4251324" cy="2776681"/>
          </a:xfrm>
          <a:prstGeom prst="rect">
            <a:avLst/>
          </a:prstGeom>
        </p:spPr>
      </p:pic>
      <p:sp>
        <p:nvSpPr>
          <p:cNvPr id="16" name="Rectangle: Rounded Corners 15">
            <a:extLst>
              <a:ext uri="{FF2B5EF4-FFF2-40B4-BE49-F238E27FC236}">
                <a16:creationId xmlns:a16="http://schemas.microsoft.com/office/drawing/2014/main" id="{FFEE113A-E516-A3BB-D100-92510A8DAB3C}"/>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4" name="Flowchart: Punched Tape 3">
            <a:extLst>
              <a:ext uri="{FF2B5EF4-FFF2-40B4-BE49-F238E27FC236}">
                <a16:creationId xmlns:a16="http://schemas.microsoft.com/office/drawing/2014/main" id="{0F1B4D04-0F6B-75CA-F90D-1E2880433525}"/>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1" name="Arrow: Pentagon 10">
            <a:extLst>
              <a:ext uri="{FF2B5EF4-FFF2-40B4-BE49-F238E27FC236}">
                <a16:creationId xmlns:a16="http://schemas.microsoft.com/office/drawing/2014/main" id="{14135601-3370-FDC2-ADD0-5929CFDB7A07}"/>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17" name="Group 16">
            <a:extLst>
              <a:ext uri="{FF2B5EF4-FFF2-40B4-BE49-F238E27FC236}">
                <a16:creationId xmlns:a16="http://schemas.microsoft.com/office/drawing/2014/main" id="{1AFE6301-BF99-ACEE-A624-C8A14AB6D046}"/>
              </a:ext>
            </a:extLst>
          </p:cNvPr>
          <p:cNvGrpSpPr/>
          <p:nvPr/>
        </p:nvGrpSpPr>
        <p:grpSpPr>
          <a:xfrm>
            <a:off x="86945" y="6267040"/>
            <a:ext cx="418897" cy="418897"/>
            <a:chOff x="86945" y="6267040"/>
            <a:chExt cx="418897" cy="418897"/>
          </a:xfrm>
        </p:grpSpPr>
        <p:sp>
          <p:nvSpPr>
            <p:cNvPr id="18" name="Rectangle 17">
              <a:extLst>
                <a:ext uri="{FF2B5EF4-FFF2-40B4-BE49-F238E27FC236}">
                  <a16:creationId xmlns:a16="http://schemas.microsoft.com/office/drawing/2014/main" id="{E4F07ACB-EBE8-5C03-A898-C1DE5307D0C9}"/>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9" name="Picture 18">
              <a:hlinkClick r:id="rId5"/>
              <a:extLst>
                <a:ext uri="{FF2B5EF4-FFF2-40B4-BE49-F238E27FC236}">
                  <a16:creationId xmlns:a16="http://schemas.microsoft.com/office/drawing/2014/main" id="{A7A6FDE1-0DF4-AA45-4295-2CCE43893F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2323248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34033-A4F2-626B-30AB-8FB33794571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7785577-7065-56DC-C40C-603F54CA99E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4B1EE97B-980F-10BD-C66F-44168BD08FA9}"/>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10. Display product names and prices, sorted by price and then by name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FE588C41-141C-F09F-CB03-4FD2F3A77E11}"/>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name, price from products order by price desc, name;</a:t>
            </a:r>
            <a:endParaRPr lang="en-IN" sz="1463" b="1" dirty="0">
              <a:highlight>
                <a:srgbClr val="00FF00"/>
              </a:highlight>
            </a:endParaRPr>
          </a:p>
        </p:txBody>
      </p:sp>
      <p:sp>
        <p:nvSpPr>
          <p:cNvPr id="9" name="Oval 8">
            <a:extLst>
              <a:ext uri="{FF2B5EF4-FFF2-40B4-BE49-F238E27FC236}">
                <a16:creationId xmlns:a16="http://schemas.microsoft.com/office/drawing/2014/main" id="{9B360E24-0DAB-C619-ED37-38BF1E407407}"/>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85AF0AEC-0441-3416-D52A-3DE5B72821A5}"/>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20D10BC3-3C89-8447-853E-E78AE243F39D}"/>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5362B6B7-3927-0EEC-8F68-0C0BCC4839F9}"/>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94431F4F-5BEE-53FB-E40C-2C935DF5FC94}"/>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pic>
        <p:nvPicPr>
          <p:cNvPr id="3" name="Picture 2">
            <a:extLst>
              <a:ext uri="{FF2B5EF4-FFF2-40B4-BE49-F238E27FC236}">
                <a16:creationId xmlns:a16="http://schemas.microsoft.com/office/drawing/2014/main" id="{A2CA237D-117B-6D25-8C87-1F5E4CF22C5A}"/>
              </a:ext>
            </a:extLst>
          </p:cNvPr>
          <p:cNvPicPr>
            <a:picLocks noGrp="1" noRot="1" noChangeAspect="1" noMove="1" noResize="1" noEditPoints="1" noAdjustHandles="1" noChangeArrowheads="1" noChangeShapeType="1" noCrop="1"/>
          </p:cNvPicPr>
          <p:nvPr/>
        </p:nvPicPr>
        <p:blipFill>
          <a:blip r:embed="rId4"/>
          <a:stretch>
            <a:fillRect/>
          </a:stretch>
        </p:blipFill>
        <p:spPr>
          <a:xfrm>
            <a:off x="5003660" y="2707507"/>
            <a:ext cx="4210049" cy="2776925"/>
          </a:xfrm>
          <a:prstGeom prst="rect">
            <a:avLst/>
          </a:prstGeom>
        </p:spPr>
      </p:pic>
      <p:sp>
        <p:nvSpPr>
          <p:cNvPr id="4" name="Rectangle: Rounded Corners 3">
            <a:extLst>
              <a:ext uri="{FF2B5EF4-FFF2-40B4-BE49-F238E27FC236}">
                <a16:creationId xmlns:a16="http://schemas.microsoft.com/office/drawing/2014/main" id="{7AAD98E1-62C1-177E-69B0-D98C17E88A85}"/>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LEVEL:1</a:t>
            </a:r>
          </a:p>
        </p:txBody>
      </p:sp>
      <p:sp>
        <p:nvSpPr>
          <p:cNvPr id="14" name="Flowchart: Punched Tape 13">
            <a:extLst>
              <a:ext uri="{FF2B5EF4-FFF2-40B4-BE49-F238E27FC236}">
                <a16:creationId xmlns:a16="http://schemas.microsoft.com/office/drawing/2014/main" id="{C49BCDBA-9D63-0675-94B4-7223C336E10D}"/>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A6F400CB-43F9-E257-9F8E-B8C0436EC1FE}"/>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2" name="Group 1">
            <a:extLst>
              <a:ext uri="{FF2B5EF4-FFF2-40B4-BE49-F238E27FC236}">
                <a16:creationId xmlns:a16="http://schemas.microsoft.com/office/drawing/2014/main" id="{709AD77E-B5F7-D7A9-AFB8-E26B2D749EC5}"/>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45A41C92-B43B-9213-F742-D88EC356D7A8}"/>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1DC8C9DE-BF5A-8D7D-2F2E-948454CFF1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16492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4995-C34D-DA31-A6B3-0A974FDCE07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DCAEBC8-A8BD-BC78-5EF8-4407254DD9C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5459264A-B08C-6D80-2330-9214A2D6243D}"/>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300" dirty="0">
              <a:highlight>
                <a:srgbClr val="FFFF00"/>
              </a:highlight>
            </a:endParaRPr>
          </a:p>
          <a:p>
            <a:r>
              <a:rPr lang="en-US" sz="1463" b="1" dirty="0">
                <a:highlight>
                  <a:srgbClr val="FFFF00"/>
                </a:highlight>
              </a:rPr>
              <a:t>1. Retrieve orders where customer information is missing (possibly due to data migration or deletion)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476AB1AA-B7B2-9384-C85F-887624403007}"/>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orders where customer_id is not null; </a:t>
            </a:r>
          </a:p>
          <a:p>
            <a:endParaRPr lang="en-US" sz="1463" b="1" dirty="0">
              <a:highlight>
                <a:srgbClr val="00FF00"/>
              </a:highlight>
            </a:endParaRPr>
          </a:p>
        </p:txBody>
      </p:sp>
      <p:sp>
        <p:nvSpPr>
          <p:cNvPr id="9" name="Oval 8">
            <a:extLst>
              <a:ext uri="{FF2B5EF4-FFF2-40B4-BE49-F238E27FC236}">
                <a16:creationId xmlns:a16="http://schemas.microsoft.com/office/drawing/2014/main" id="{E329A588-8FED-79AF-2A6B-70A671FE9C0F}"/>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96969F3D-395B-B412-F8CE-9862DC66C8E4}"/>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85135C83-7871-6005-B1CA-C840B4FA5113}"/>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BB95ED94-7B1C-389F-FA49-AA6C15A22CD5}"/>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73C05992-5793-6FBE-78DE-4EECA4BECEA5}"/>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007D91E5-5CBF-C6D7-5E32-2DB1F7B19C4B}"/>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LEVEL:2</a:t>
            </a:r>
          </a:p>
        </p:txBody>
      </p:sp>
      <p:pic>
        <p:nvPicPr>
          <p:cNvPr id="4" name="Picture 3">
            <a:extLst>
              <a:ext uri="{FF2B5EF4-FFF2-40B4-BE49-F238E27FC236}">
                <a16:creationId xmlns:a16="http://schemas.microsoft.com/office/drawing/2014/main" id="{056891C1-894F-DA2D-28DA-513B6B393BF3}"/>
              </a:ext>
            </a:extLst>
          </p:cNvPr>
          <p:cNvPicPr>
            <a:picLocks noGrp="1" noRot="1" noChangeAspect="1" noMove="1" noResize="1" noEditPoints="1" noAdjustHandles="1" noChangeArrowheads="1" noChangeShapeType="1" noCrop="1"/>
          </p:cNvPicPr>
          <p:nvPr/>
        </p:nvPicPr>
        <p:blipFill>
          <a:blip r:embed="rId4"/>
          <a:stretch>
            <a:fillRect/>
          </a:stretch>
        </p:blipFill>
        <p:spPr>
          <a:xfrm>
            <a:off x="4557916" y="2542525"/>
            <a:ext cx="5101537" cy="2824378"/>
          </a:xfrm>
          <a:prstGeom prst="rect">
            <a:avLst/>
          </a:prstGeom>
        </p:spPr>
      </p:pic>
      <p:sp>
        <p:nvSpPr>
          <p:cNvPr id="14" name="TextBox 13">
            <a:extLst>
              <a:ext uri="{FF2B5EF4-FFF2-40B4-BE49-F238E27FC236}">
                <a16:creationId xmlns:a16="http://schemas.microsoft.com/office/drawing/2014/main" id="{826D569D-3306-1177-0AA2-3D1FF7877FFB}"/>
              </a:ext>
            </a:extLst>
          </p:cNvPr>
          <p:cNvSpPr txBox="1">
            <a:spLocks noGrp="1" noRot="1" noMove="1" noResize="1" noEditPoints="1" noAdjustHandles="1" noChangeArrowheads="1" noChangeShapeType="1"/>
          </p:cNvSpPr>
          <p:nvPr/>
        </p:nvSpPr>
        <p:spPr>
          <a:xfrm>
            <a:off x="5537895" y="5543854"/>
            <a:ext cx="5032723" cy="317459"/>
          </a:xfrm>
          <a:prstGeom prst="rect">
            <a:avLst/>
          </a:prstGeom>
          <a:noFill/>
        </p:spPr>
        <p:txBody>
          <a:bodyPr wrap="square">
            <a:spAutoFit/>
          </a:bodyPr>
          <a:lstStyle/>
          <a:p>
            <a:r>
              <a:rPr lang="en-US" sz="1463" b="1" dirty="0">
                <a:highlight>
                  <a:srgbClr val="00FF00"/>
                </a:highlight>
              </a:rPr>
              <a:t>-- all orders customers detail is linked</a:t>
            </a:r>
            <a:endParaRPr lang="en-IN" sz="1463" b="1" dirty="0">
              <a:highlight>
                <a:srgbClr val="00FF00"/>
              </a:highlight>
            </a:endParaRPr>
          </a:p>
        </p:txBody>
      </p:sp>
      <p:sp>
        <p:nvSpPr>
          <p:cNvPr id="15" name="Flowchart: Punched Tape 14">
            <a:extLst>
              <a:ext uri="{FF2B5EF4-FFF2-40B4-BE49-F238E27FC236}">
                <a16:creationId xmlns:a16="http://schemas.microsoft.com/office/drawing/2014/main" id="{9A31797C-7B26-1D9C-21EA-C5E5C0B4F018}"/>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6" name="Arrow: Pentagon 15">
            <a:extLst>
              <a:ext uri="{FF2B5EF4-FFF2-40B4-BE49-F238E27FC236}">
                <a16:creationId xmlns:a16="http://schemas.microsoft.com/office/drawing/2014/main" id="{926B7058-C90F-9F16-B343-2DC452933362}"/>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89E3F418-E35C-2B49-2353-8B48A33CA044}"/>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B17B8412-87B1-F592-D050-36A9755F00A0}"/>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7" name="Picture 16">
              <a:hlinkClick r:id="rId5"/>
              <a:extLst>
                <a:ext uri="{FF2B5EF4-FFF2-40B4-BE49-F238E27FC236}">
                  <a16:creationId xmlns:a16="http://schemas.microsoft.com/office/drawing/2014/main" id="{010BEE45-6F9A-6A04-E504-D9DDC6FC70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960251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B14FC-E3F6-C59E-CDBA-72CC607AE15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7BBF403-B17A-2DCF-884B-15333C53764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FB6A7AF7-338D-73E4-9983-39CDA2DC164C}"/>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2. Display customer names and emails using column aliases for frontend readability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290FC442-0D41-02D2-5092-8108C48B19F9}"/>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NAME AS CUST_NAME, EMAIL AS CUST_EMAIL FROM CUSTOMERS;</a:t>
            </a:r>
            <a:endParaRPr lang="en-IN" sz="1463" b="1" dirty="0">
              <a:highlight>
                <a:srgbClr val="00FF00"/>
              </a:highlight>
            </a:endParaRPr>
          </a:p>
        </p:txBody>
      </p:sp>
      <p:sp>
        <p:nvSpPr>
          <p:cNvPr id="9" name="Oval 8">
            <a:extLst>
              <a:ext uri="{FF2B5EF4-FFF2-40B4-BE49-F238E27FC236}">
                <a16:creationId xmlns:a16="http://schemas.microsoft.com/office/drawing/2014/main" id="{6E7303FC-A730-EC13-94F1-83F8332D27CC}"/>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16ABE767-33E2-59D2-14D8-72CAF399EFEA}"/>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BE620B50-4423-B7C7-C161-B5086540CBAC}"/>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4B89B090-977A-E7FE-FD9A-3D03456D4663}"/>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4F6F9072-892E-6F5C-7C35-A61F0D3765B1}"/>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CFFA5DF4-F8C8-C266-FB60-38F7E1F3B993}"/>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LEVEL:2</a:t>
            </a:r>
          </a:p>
        </p:txBody>
      </p:sp>
      <p:pic>
        <p:nvPicPr>
          <p:cNvPr id="4" name="Picture 3">
            <a:extLst>
              <a:ext uri="{FF2B5EF4-FFF2-40B4-BE49-F238E27FC236}">
                <a16:creationId xmlns:a16="http://schemas.microsoft.com/office/drawing/2014/main" id="{349D5AD9-A230-F084-6D83-5095365778F5}"/>
              </a:ext>
            </a:extLst>
          </p:cNvPr>
          <p:cNvPicPr>
            <a:picLocks noGrp="1" noRot="1" noChangeAspect="1" noMove="1" noResize="1" noEditPoints="1" noAdjustHandles="1" noChangeArrowheads="1" noChangeShapeType="1" noCrop="1"/>
          </p:cNvPicPr>
          <p:nvPr/>
        </p:nvPicPr>
        <p:blipFill>
          <a:blip r:embed="rId4"/>
          <a:stretch>
            <a:fillRect/>
          </a:stretch>
        </p:blipFill>
        <p:spPr>
          <a:xfrm>
            <a:off x="5047991" y="2711413"/>
            <a:ext cx="4182910" cy="2718489"/>
          </a:xfrm>
          <a:prstGeom prst="rect">
            <a:avLst/>
          </a:prstGeom>
        </p:spPr>
      </p:pic>
      <p:sp>
        <p:nvSpPr>
          <p:cNvPr id="14" name="Flowchart: Punched Tape 13">
            <a:extLst>
              <a:ext uri="{FF2B5EF4-FFF2-40B4-BE49-F238E27FC236}">
                <a16:creationId xmlns:a16="http://schemas.microsoft.com/office/drawing/2014/main" id="{9FE721A5-B8DA-D1C5-6913-0D8CF05E72CF}"/>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EB1ED844-370D-66F9-90A6-90DF0B9FA354}"/>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E1D7CBFF-0BBE-0EC1-0E33-332030961C9C}"/>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265C3910-FB9F-032A-6BBE-66AA850E93E5}"/>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CA16C0E3-75CF-D6B5-139C-28BFBB12FC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2322643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8A945-E7D4-7A35-E333-5CA417E9245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5D07D6-88FA-C07A-BBA6-BB27DB138B8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1952D0A1-DAFC-8037-C06A-F2411DF2C539}"/>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3. Calculate total value per item ordered by multiplying quantity and item price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51200F5C-5789-FCBF-F23A-BEF91E098B89}"/>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 QUANTITY*ITEM_PRICE AS TOTAL_ITEM_AMOUNT FROM </a:t>
            </a:r>
            <a:r>
              <a:rPr lang="en-US" sz="1463" b="1" dirty="0" err="1">
                <a:highlight>
                  <a:srgbClr val="00FF00"/>
                </a:highlight>
              </a:rPr>
              <a:t>order_items</a:t>
            </a:r>
            <a:r>
              <a:rPr lang="en-US" sz="1463" b="1" dirty="0">
                <a:highlight>
                  <a:srgbClr val="00FF00"/>
                </a:highlight>
              </a:rPr>
              <a:t>;</a:t>
            </a:r>
            <a:endParaRPr lang="en-IN" sz="1463" b="1" dirty="0">
              <a:highlight>
                <a:srgbClr val="00FF00"/>
              </a:highlight>
            </a:endParaRPr>
          </a:p>
        </p:txBody>
      </p:sp>
      <p:sp>
        <p:nvSpPr>
          <p:cNvPr id="9" name="Oval 8">
            <a:extLst>
              <a:ext uri="{FF2B5EF4-FFF2-40B4-BE49-F238E27FC236}">
                <a16:creationId xmlns:a16="http://schemas.microsoft.com/office/drawing/2014/main" id="{DA5BC733-E5A9-52BB-72AF-F8FD42615E01}"/>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1A39F2C2-F332-4CB4-EF71-A65D494A411C}"/>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48846AAC-0E83-A67B-905F-3970BA7B759A}"/>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C2E11708-FD3B-CBF1-4FAA-FD26B17CE3ED}"/>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99479F99-2F0A-4D34-E566-B0BCA067868C}"/>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AB83E139-F87F-32D6-AEF0-B4C960178A0A}"/>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LEVEL:2</a:t>
            </a:r>
          </a:p>
        </p:txBody>
      </p:sp>
      <p:pic>
        <p:nvPicPr>
          <p:cNvPr id="14" name="Picture 13">
            <a:extLst>
              <a:ext uri="{FF2B5EF4-FFF2-40B4-BE49-F238E27FC236}">
                <a16:creationId xmlns:a16="http://schemas.microsoft.com/office/drawing/2014/main" id="{DA5460EC-2759-66A6-7CF5-E590557DD1C9}"/>
              </a:ext>
            </a:extLst>
          </p:cNvPr>
          <p:cNvPicPr>
            <a:picLocks noGrp="1" noRot="1" noChangeAspect="1" noMove="1" noResize="1" noEditPoints="1" noAdjustHandles="1" noChangeArrowheads="1" noChangeShapeType="1" noCrop="1"/>
          </p:cNvPicPr>
          <p:nvPr/>
        </p:nvPicPr>
        <p:blipFill>
          <a:blip r:embed="rId4"/>
          <a:stretch>
            <a:fillRect/>
          </a:stretch>
        </p:blipFill>
        <p:spPr>
          <a:xfrm>
            <a:off x="4551568" y="2646902"/>
            <a:ext cx="5114230" cy="2932074"/>
          </a:xfrm>
          <a:prstGeom prst="rect">
            <a:avLst/>
          </a:prstGeom>
        </p:spPr>
      </p:pic>
      <p:sp>
        <p:nvSpPr>
          <p:cNvPr id="11" name="Flowchart: Punched Tape 10">
            <a:extLst>
              <a:ext uri="{FF2B5EF4-FFF2-40B4-BE49-F238E27FC236}">
                <a16:creationId xmlns:a16="http://schemas.microsoft.com/office/drawing/2014/main" id="{936D3479-0D30-5C4F-3D5C-3EB63EC02115}"/>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70883508-AEC9-88E8-566E-3D9A0847AC8E}"/>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CCAB113C-BD7E-E510-1A4A-80DC399281E9}"/>
              </a:ext>
            </a:extLst>
          </p:cNvPr>
          <p:cNvGrpSpPr/>
          <p:nvPr/>
        </p:nvGrpSpPr>
        <p:grpSpPr>
          <a:xfrm>
            <a:off x="86945" y="6267040"/>
            <a:ext cx="418897" cy="418897"/>
            <a:chOff x="86945" y="6267040"/>
            <a:chExt cx="418897" cy="418897"/>
          </a:xfrm>
        </p:grpSpPr>
        <p:sp>
          <p:nvSpPr>
            <p:cNvPr id="4" name="Rectangle 3">
              <a:extLst>
                <a:ext uri="{FF2B5EF4-FFF2-40B4-BE49-F238E27FC236}">
                  <a16:creationId xmlns:a16="http://schemas.microsoft.com/office/drawing/2014/main" id="{2C885B51-65C7-E78D-BF60-F88D6670A5E0}"/>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D83A96D7-0796-33A6-AD0A-7E3D8D3420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782732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85671-9BB2-EA8C-7176-6FF21F290C1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CAFF804-EEB0-5170-7E70-7218E1F82D8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6DDB7C57-07D6-E60B-10EE-FB04B018518E}"/>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4. Combine customer name and phone number in a single column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989B5273-397A-CA13-146A-67ECC076C5E3}"/>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concat(NAME,’  ',':',PHONE) AS 'NAME+PHONE' FROM CUSTOMERS;</a:t>
            </a:r>
            <a:endParaRPr lang="en-IN" sz="1463" b="1" dirty="0">
              <a:highlight>
                <a:srgbClr val="00FF00"/>
              </a:highlight>
            </a:endParaRPr>
          </a:p>
        </p:txBody>
      </p:sp>
      <p:sp>
        <p:nvSpPr>
          <p:cNvPr id="9" name="Oval 8">
            <a:extLst>
              <a:ext uri="{FF2B5EF4-FFF2-40B4-BE49-F238E27FC236}">
                <a16:creationId xmlns:a16="http://schemas.microsoft.com/office/drawing/2014/main" id="{CF40B6D8-F409-DB2A-66A9-72D58CAB877E}"/>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C8EDFC19-DDE1-D356-C066-BA59ABD76545}"/>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02457CAA-9BDF-13AA-74D7-C36544F89DC9}"/>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0ADF9BF1-A817-29AE-7D92-8DABF3C7821C}"/>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a:p>
        </p:txBody>
      </p:sp>
      <p:sp>
        <p:nvSpPr>
          <p:cNvPr id="13" name="Rectangle: Rounded Corners 12">
            <a:extLst>
              <a:ext uri="{FF2B5EF4-FFF2-40B4-BE49-F238E27FC236}">
                <a16:creationId xmlns:a16="http://schemas.microsoft.com/office/drawing/2014/main" id="{87FA14B2-E072-7375-EFCF-0C90CFDB0C3F}"/>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044CAAC1-980C-83D5-F962-71D51E775AFA}"/>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LEVEL:2</a:t>
            </a:r>
          </a:p>
        </p:txBody>
      </p:sp>
      <p:pic>
        <p:nvPicPr>
          <p:cNvPr id="15" name="Picture 14">
            <a:extLst>
              <a:ext uri="{FF2B5EF4-FFF2-40B4-BE49-F238E27FC236}">
                <a16:creationId xmlns:a16="http://schemas.microsoft.com/office/drawing/2014/main" id="{120E6663-B5C0-0F83-FC67-E73B5A1B728B}"/>
              </a:ext>
            </a:extLst>
          </p:cNvPr>
          <p:cNvPicPr>
            <a:picLocks noGrp="1" noRot="1" noChangeAspect="1" noMove="1" noResize="1" noEditPoints="1" noAdjustHandles="1" noChangeArrowheads="1" noChangeShapeType="1" noCrop="1"/>
          </p:cNvPicPr>
          <p:nvPr/>
        </p:nvPicPr>
        <p:blipFill>
          <a:blip r:embed="rId4"/>
          <a:stretch>
            <a:fillRect/>
          </a:stretch>
        </p:blipFill>
        <p:spPr>
          <a:xfrm>
            <a:off x="5078523" y="2858661"/>
            <a:ext cx="4223620" cy="2571241"/>
          </a:xfrm>
          <a:prstGeom prst="rect">
            <a:avLst/>
          </a:prstGeom>
        </p:spPr>
      </p:pic>
      <p:sp>
        <p:nvSpPr>
          <p:cNvPr id="11" name="Flowchart: Punched Tape 10">
            <a:extLst>
              <a:ext uri="{FF2B5EF4-FFF2-40B4-BE49-F238E27FC236}">
                <a16:creationId xmlns:a16="http://schemas.microsoft.com/office/drawing/2014/main" id="{CAA0A250-9EC7-1731-0512-9B63F365AA61}"/>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4" name="Arrow: Pentagon 13">
            <a:extLst>
              <a:ext uri="{FF2B5EF4-FFF2-40B4-BE49-F238E27FC236}">
                <a16:creationId xmlns:a16="http://schemas.microsoft.com/office/drawing/2014/main" id="{464DA0B7-85E9-0950-575C-E3260F2F51FA}"/>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6B336401-7CA5-D2DD-B93A-FDBDB4AA2F45}"/>
              </a:ext>
            </a:extLst>
          </p:cNvPr>
          <p:cNvGrpSpPr/>
          <p:nvPr/>
        </p:nvGrpSpPr>
        <p:grpSpPr>
          <a:xfrm>
            <a:off x="86945" y="6267040"/>
            <a:ext cx="418897" cy="418897"/>
            <a:chOff x="86945" y="6267040"/>
            <a:chExt cx="418897" cy="418897"/>
          </a:xfrm>
        </p:grpSpPr>
        <p:sp>
          <p:nvSpPr>
            <p:cNvPr id="4" name="Rectangle 3">
              <a:extLst>
                <a:ext uri="{FF2B5EF4-FFF2-40B4-BE49-F238E27FC236}">
                  <a16:creationId xmlns:a16="http://schemas.microsoft.com/office/drawing/2014/main" id="{2642B9FC-9CFC-A6C0-75DC-374F18BE98C6}"/>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FFD389FB-81D3-667B-2BF2-200C5396EA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866179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7314D-CD9B-B6A6-F816-E6B24B8FC3A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7CFE48-4741-96D1-47EC-6375459732D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F6B26618-6727-BD83-363E-338C380CC10A}"/>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5. Extract only the date part from order timestamps for date-wise reporting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69D38F6D-AC0B-0434-26DC-DAE3C6296EFF}"/>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ORDER_ID, CUSTOMER_ID,  DATE(ORDER_DATE) AS OrderDate, TIME(ORDER_DATE) AS OrderTime, STATUS, TOTAL_AMOUNT FROM ORDERS;</a:t>
            </a:r>
            <a:endParaRPr lang="en-IN" sz="1463" b="1" dirty="0">
              <a:highlight>
                <a:srgbClr val="00FF00"/>
              </a:highlight>
            </a:endParaRPr>
          </a:p>
        </p:txBody>
      </p:sp>
      <p:sp>
        <p:nvSpPr>
          <p:cNvPr id="9" name="Oval 8">
            <a:extLst>
              <a:ext uri="{FF2B5EF4-FFF2-40B4-BE49-F238E27FC236}">
                <a16:creationId xmlns:a16="http://schemas.microsoft.com/office/drawing/2014/main" id="{FD48EADD-096B-6481-66E0-42F72A46302D}"/>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A4457893-A190-B8C9-A3CB-574D46127C95}"/>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3D24E494-11DB-1407-56A3-1EDB25FB221D}"/>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17C63202-D5E3-601B-1EF9-AC1278D2DCA1}"/>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solidFill>
                <a:srgbClr val="C00000"/>
              </a:solidFill>
            </a:endParaRPr>
          </a:p>
        </p:txBody>
      </p:sp>
      <p:sp>
        <p:nvSpPr>
          <p:cNvPr id="13" name="Rectangle: Rounded Corners 12">
            <a:extLst>
              <a:ext uri="{FF2B5EF4-FFF2-40B4-BE49-F238E27FC236}">
                <a16:creationId xmlns:a16="http://schemas.microsoft.com/office/drawing/2014/main" id="{1872E460-6675-E955-A1AE-6A75A01D3D9B}"/>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EC62F2A8-BC6A-2622-64A2-42009A92D7EC}"/>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LEVEL:2</a:t>
            </a:r>
          </a:p>
        </p:txBody>
      </p:sp>
      <p:pic>
        <p:nvPicPr>
          <p:cNvPr id="4" name="Picture 3">
            <a:extLst>
              <a:ext uri="{FF2B5EF4-FFF2-40B4-BE49-F238E27FC236}">
                <a16:creationId xmlns:a16="http://schemas.microsoft.com/office/drawing/2014/main" id="{C20762BD-0928-84E9-2377-7EF8AD1F1A68}"/>
              </a:ext>
            </a:extLst>
          </p:cNvPr>
          <p:cNvPicPr>
            <a:picLocks noGrp="1" noRot="1" noChangeAspect="1" noMove="1" noResize="1" noEditPoints="1" noAdjustHandles="1" noChangeArrowheads="1" noChangeShapeType="1" noCrop="1"/>
          </p:cNvPicPr>
          <p:nvPr/>
        </p:nvPicPr>
        <p:blipFill>
          <a:blip r:embed="rId4"/>
          <a:stretch>
            <a:fillRect/>
          </a:stretch>
        </p:blipFill>
        <p:spPr>
          <a:xfrm>
            <a:off x="4485844" y="2736705"/>
            <a:ext cx="5245677" cy="2842270"/>
          </a:xfrm>
          <a:prstGeom prst="rect">
            <a:avLst/>
          </a:prstGeom>
        </p:spPr>
      </p:pic>
      <p:sp>
        <p:nvSpPr>
          <p:cNvPr id="14" name="Flowchart: Punched Tape 13">
            <a:extLst>
              <a:ext uri="{FF2B5EF4-FFF2-40B4-BE49-F238E27FC236}">
                <a16:creationId xmlns:a16="http://schemas.microsoft.com/office/drawing/2014/main" id="{88079B44-343D-E979-E84B-E540E0F4213F}"/>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8DC705E2-41C7-DC3A-7CA6-8A8A53CFD62C}"/>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8092A4B1-2DB7-FB72-744B-ED39F9CF4549}"/>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3F637D19-2909-C5C9-87B7-BCD5A02C84AB}"/>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19C5516D-DAAF-FDEF-1E44-C1E18AE037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927405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C5975-428F-4370-EBC6-EE96BBB3EC4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B76E5DE-3732-FE45-4D89-34638B2D1A5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48EA6B0F-9993-1B17-FDB2-063B334F0C55}"/>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6. List products that do not have any stock left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AC626A8A-ED44-20BD-6649-429D318BFEB8}"/>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PRODUCTS WHERE STOCK_QUANTITY = 0 OR STOCK_QUANTITY IS NULL;</a:t>
            </a:r>
          </a:p>
          <a:p>
            <a:endParaRPr lang="en-US" sz="1463" b="1" dirty="0">
              <a:highlight>
                <a:srgbClr val="00FF00"/>
              </a:highlight>
            </a:endParaRPr>
          </a:p>
        </p:txBody>
      </p:sp>
      <p:sp>
        <p:nvSpPr>
          <p:cNvPr id="9" name="Oval 8">
            <a:extLst>
              <a:ext uri="{FF2B5EF4-FFF2-40B4-BE49-F238E27FC236}">
                <a16:creationId xmlns:a16="http://schemas.microsoft.com/office/drawing/2014/main" id="{BC9DB681-61F3-7A25-F76B-13BCAFEAFE32}"/>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44224FF4-A137-0E72-B7F6-F023B8A8BA8E}"/>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B7CF4CAD-AF08-B3B1-6EE1-1B8470214ED5}"/>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E552C03B-FB73-040A-67D3-FE221D5E93EC}"/>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9943F742-89D1-C8F3-5A8C-37E414E71A44}"/>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B0E1CF0E-81F9-5F70-970C-B5D62F66ADBF}"/>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LEVEL:2</a:t>
            </a:r>
          </a:p>
        </p:txBody>
      </p:sp>
      <p:pic>
        <p:nvPicPr>
          <p:cNvPr id="4" name="Picture 3">
            <a:extLst>
              <a:ext uri="{FF2B5EF4-FFF2-40B4-BE49-F238E27FC236}">
                <a16:creationId xmlns:a16="http://schemas.microsoft.com/office/drawing/2014/main" id="{A4AEF300-3D48-7524-2AD3-E0AD94C59CE3}"/>
              </a:ext>
            </a:extLst>
          </p:cNvPr>
          <p:cNvPicPr>
            <a:picLocks noGrp="1" noRot="1" noChangeAspect="1" noMove="1" noResize="1" noEditPoints="1" noAdjustHandles="1" noChangeArrowheads="1" noChangeShapeType="1" noCrop="1"/>
          </p:cNvPicPr>
          <p:nvPr/>
        </p:nvPicPr>
        <p:blipFill>
          <a:blip r:embed="rId4"/>
          <a:stretch>
            <a:fillRect/>
          </a:stretch>
        </p:blipFill>
        <p:spPr>
          <a:xfrm>
            <a:off x="4676008" y="2931308"/>
            <a:ext cx="4865353" cy="713964"/>
          </a:xfrm>
          <a:prstGeom prst="rect">
            <a:avLst/>
          </a:prstGeom>
        </p:spPr>
      </p:pic>
      <p:sp>
        <p:nvSpPr>
          <p:cNvPr id="14" name="TextBox 13">
            <a:extLst>
              <a:ext uri="{FF2B5EF4-FFF2-40B4-BE49-F238E27FC236}">
                <a16:creationId xmlns:a16="http://schemas.microsoft.com/office/drawing/2014/main" id="{7D94B0EC-AE65-57F2-4BA6-BD7A3E49E3C2}"/>
              </a:ext>
            </a:extLst>
          </p:cNvPr>
          <p:cNvSpPr txBox="1">
            <a:spLocks noGrp="1" noRot="1" noMove="1" noResize="1" noEditPoints="1" noAdjustHandles="1" noChangeArrowheads="1" noChangeShapeType="1"/>
          </p:cNvSpPr>
          <p:nvPr/>
        </p:nvSpPr>
        <p:spPr>
          <a:xfrm>
            <a:off x="5976680" y="4405527"/>
            <a:ext cx="5032723" cy="317459"/>
          </a:xfrm>
          <a:prstGeom prst="rect">
            <a:avLst/>
          </a:prstGeom>
          <a:noFill/>
        </p:spPr>
        <p:txBody>
          <a:bodyPr wrap="square">
            <a:spAutoFit/>
          </a:bodyPr>
          <a:lstStyle/>
          <a:p>
            <a:r>
              <a:rPr lang="en-US" sz="1463" b="1" dirty="0">
                <a:highlight>
                  <a:srgbClr val="00FF00"/>
                </a:highlight>
              </a:rPr>
              <a:t>All products are in stock</a:t>
            </a:r>
            <a:endParaRPr lang="en-IN" sz="1463" b="1" dirty="0">
              <a:highlight>
                <a:srgbClr val="00FF00"/>
              </a:highlight>
            </a:endParaRPr>
          </a:p>
        </p:txBody>
      </p:sp>
      <p:sp>
        <p:nvSpPr>
          <p:cNvPr id="15" name="Flowchart: Punched Tape 14">
            <a:extLst>
              <a:ext uri="{FF2B5EF4-FFF2-40B4-BE49-F238E27FC236}">
                <a16:creationId xmlns:a16="http://schemas.microsoft.com/office/drawing/2014/main" id="{E64EC403-65CD-5227-8DAE-E2FE4547BCA0}"/>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6" name="Arrow: Pentagon 15">
            <a:extLst>
              <a:ext uri="{FF2B5EF4-FFF2-40B4-BE49-F238E27FC236}">
                <a16:creationId xmlns:a16="http://schemas.microsoft.com/office/drawing/2014/main" id="{0D0DBE3F-7F1F-4F66-AAD5-D818C50868C0}"/>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648C444A-32C9-FC9C-0303-77E811CEF227}"/>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1827EB69-344F-71CF-2E21-373DD3B7924D}"/>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7" name="Picture 16">
              <a:hlinkClick r:id="rId5"/>
              <a:extLst>
                <a:ext uri="{FF2B5EF4-FFF2-40B4-BE49-F238E27FC236}">
                  <a16:creationId xmlns:a16="http://schemas.microsoft.com/office/drawing/2014/main" id="{D275B705-C92A-441C-D60A-05F3D4AA91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060092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1C48A-13C2-D348-0BA7-D205DC89F4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EF1832-7F92-9BFA-D25E-F63E0B364B0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0168BB13-CAFE-1DA2-A365-80C5BDDD0D37}"/>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1. Count the total number of orders placed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D6D86498-A384-FED1-B267-0402AF2DA75F}"/>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COUNT(ORDER_ID) AS TOTAL_ORDER_PLACED FROM ORDERS;</a:t>
            </a:r>
            <a:endParaRPr lang="en-IN" sz="1463" b="1" dirty="0">
              <a:highlight>
                <a:srgbClr val="00FF00"/>
              </a:highlight>
            </a:endParaRPr>
          </a:p>
        </p:txBody>
      </p:sp>
      <p:sp>
        <p:nvSpPr>
          <p:cNvPr id="9" name="Oval 8">
            <a:extLst>
              <a:ext uri="{FF2B5EF4-FFF2-40B4-BE49-F238E27FC236}">
                <a16:creationId xmlns:a16="http://schemas.microsoft.com/office/drawing/2014/main" id="{F1DA1147-25DA-8DFF-DD91-CAB90B4CBCA8}"/>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106BACB5-2A70-C11C-6CEB-F45F064308EE}"/>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83D9BB69-B6F2-8FF3-C62A-B4CD98BBA560}"/>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A56DB392-C27A-D466-D274-6009E973BD8D}"/>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CB2B3445-70B1-115D-B9CC-0ED2563368CF}"/>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99463736-5AF1-286D-441D-544B7DD79748}"/>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F42AC589-FC5D-55C5-B65C-EC99FE24C37D}"/>
              </a:ext>
            </a:extLst>
          </p:cNvPr>
          <p:cNvPicPr>
            <a:picLocks noGrp="1" noRot="1" noChangeAspect="1" noMove="1" noResize="1" noEditPoints="1" noAdjustHandles="1" noChangeArrowheads="1" noChangeShapeType="1" noCrop="1"/>
          </p:cNvPicPr>
          <p:nvPr/>
        </p:nvPicPr>
        <p:blipFill>
          <a:blip r:embed="rId4"/>
          <a:stretch>
            <a:fillRect/>
          </a:stretch>
        </p:blipFill>
        <p:spPr>
          <a:xfrm>
            <a:off x="5744006" y="3208450"/>
            <a:ext cx="2572243" cy="798871"/>
          </a:xfrm>
          <a:prstGeom prst="rect">
            <a:avLst/>
          </a:prstGeom>
        </p:spPr>
      </p:pic>
      <p:sp>
        <p:nvSpPr>
          <p:cNvPr id="14" name="Flowchart: Punched Tape 13">
            <a:extLst>
              <a:ext uri="{FF2B5EF4-FFF2-40B4-BE49-F238E27FC236}">
                <a16:creationId xmlns:a16="http://schemas.microsoft.com/office/drawing/2014/main" id="{0F0D59C2-6325-7DFA-055B-7A30B552E668}"/>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4B772692-0F2F-B7D8-4759-ED58C08D6BA1}"/>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135A9B8A-E8D0-D0E8-8635-E7D755FE20A9}"/>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39F7D0A4-C0A5-99C4-B32D-34D367D96B88}"/>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8D2778F6-FDFE-04EC-5F7F-8A45A846F6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954503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E3845-58B7-B9C6-294A-A9FE885C91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C03CEC-9BB2-5A1E-A894-8302F3C8EC2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1EC1B425-66BD-A30C-8C79-6955CB86715D}"/>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2. Calculate the total revenue collected from all orders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2CFB22B0-6A91-BE17-1D14-2AC8097544ED}"/>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SUM(TOTAL_AMOUNT) AS TOTAL_REVENUE FROM ORDERS; </a:t>
            </a:r>
          </a:p>
          <a:p>
            <a:endParaRPr lang="en-US" sz="1463" b="1" dirty="0">
              <a:highlight>
                <a:srgbClr val="00FF00"/>
              </a:highlight>
            </a:endParaRPr>
          </a:p>
          <a:p>
            <a:pPr algn="ctr"/>
            <a:endParaRPr lang="en-US" sz="1463" b="1" dirty="0">
              <a:highlight>
                <a:srgbClr val="00FF00"/>
              </a:highlight>
            </a:endParaRPr>
          </a:p>
          <a:p>
            <a:r>
              <a:rPr lang="en-US" sz="1463" b="1" dirty="0">
                <a:highlight>
                  <a:srgbClr val="00FF00"/>
                </a:highlight>
              </a:rPr>
              <a:t>-- ALL THE ORDERS(CANCELLED ALSO INCLUDED)</a:t>
            </a:r>
            <a:endParaRPr lang="en-IN" sz="1463" b="1" dirty="0">
              <a:highlight>
                <a:srgbClr val="00FF00"/>
              </a:highlight>
            </a:endParaRPr>
          </a:p>
        </p:txBody>
      </p:sp>
      <p:sp>
        <p:nvSpPr>
          <p:cNvPr id="9" name="Oval 8">
            <a:extLst>
              <a:ext uri="{FF2B5EF4-FFF2-40B4-BE49-F238E27FC236}">
                <a16:creationId xmlns:a16="http://schemas.microsoft.com/office/drawing/2014/main" id="{038121AA-4DDD-68F4-DC38-7AAD3404A109}"/>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FC046923-AE47-4F0A-BA75-F8A1798D24E4}"/>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C1BAF7A7-F93C-8C57-1180-557C209721D2}"/>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23735E86-F4B1-8A13-E519-58350C5E7803}"/>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425CD15D-3A9F-C19D-039D-D8899D2A4910}"/>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AF77F983-7FD6-5782-8694-A747B4C5EBA1}"/>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B5BE9874-3B52-43E6-C296-5C4BFC6C5145}"/>
              </a:ext>
            </a:extLst>
          </p:cNvPr>
          <p:cNvPicPr>
            <a:picLocks noGrp="1" noRot="1" noChangeAspect="1" noMove="1" noResize="1" noEditPoints="1" noAdjustHandles="1" noChangeArrowheads="1" noChangeShapeType="1" noCrop="1"/>
          </p:cNvPicPr>
          <p:nvPr/>
        </p:nvPicPr>
        <p:blipFill>
          <a:blip r:embed="rId4"/>
          <a:stretch>
            <a:fillRect/>
          </a:stretch>
        </p:blipFill>
        <p:spPr>
          <a:xfrm>
            <a:off x="6074143" y="3387648"/>
            <a:ext cx="2069074" cy="855202"/>
          </a:xfrm>
          <a:prstGeom prst="rect">
            <a:avLst/>
          </a:prstGeom>
        </p:spPr>
      </p:pic>
      <p:sp>
        <p:nvSpPr>
          <p:cNvPr id="14" name="Flowchart: Punched Tape 13">
            <a:extLst>
              <a:ext uri="{FF2B5EF4-FFF2-40B4-BE49-F238E27FC236}">
                <a16:creationId xmlns:a16="http://schemas.microsoft.com/office/drawing/2014/main" id="{B464351E-4C2D-BAD1-F2E8-06D6C587FC9A}"/>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FC1C5698-6B0C-676C-D3A7-1907EDC0FB2C}"/>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04360C66-2D63-509F-9786-389FF88AD3A9}"/>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321B5C24-E04D-2154-669E-97F259D95DA1}"/>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6FDF43BF-B630-795D-0C60-BA9AC67540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729212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4056-57DD-8D15-2C7E-53C5D6B25B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F2B8D9F-1FA7-9EE1-B124-10F1A6DA449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7A089A75-10B6-F546-B6AD-FC2679312834}"/>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3. Calculate the average order value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9E0B9B5F-F763-5387-30C8-BADB8FBFAA1E}"/>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ROUND(AVG(TOTAL_AMOUNT),2) AS AVG_ORDER_VALUE FROM ORDERS;</a:t>
            </a:r>
            <a:endParaRPr lang="en-IN" sz="1463" b="1" dirty="0">
              <a:highlight>
                <a:srgbClr val="00FF00"/>
              </a:highlight>
            </a:endParaRPr>
          </a:p>
        </p:txBody>
      </p:sp>
      <p:sp>
        <p:nvSpPr>
          <p:cNvPr id="9" name="Oval 8">
            <a:extLst>
              <a:ext uri="{FF2B5EF4-FFF2-40B4-BE49-F238E27FC236}">
                <a16:creationId xmlns:a16="http://schemas.microsoft.com/office/drawing/2014/main" id="{529EDF6A-D9E6-6E10-ECB4-155DC353708D}"/>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2C602027-CCEC-C9EB-92A2-1BEB65D09590}"/>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22E0CD6F-7A3B-EBE3-BBD8-A51EE69DD28F}"/>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77941399-783C-8E30-F48B-8317872898F6}"/>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6F4D40D4-1CEB-D860-DCEC-90B595FDD08D}"/>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21A0A27A-691E-7392-40F3-C6ED63DFDCDF}"/>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21543CF9-E91C-224B-1B7B-ED0384FA11C9}"/>
              </a:ext>
            </a:extLst>
          </p:cNvPr>
          <p:cNvPicPr>
            <a:picLocks noGrp="1" noRot="1" noChangeAspect="1" noMove="1" noResize="1" noEditPoints="1" noAdjustHandles="1" noChangeArrowheads="1" noChangeShapeType="1" noCrop="1"/>
          </p:cNvPicPr>
          <p:nvPr/>
        </p:nvPicPr>
        <p:blipFill>
          <a:blip r:embed="rId4"/>
          <a:stretch>
            <a:fillRect/>
          </a:stretch>
        </p:blipFill>
        <p:spPr>
          <a:xfrm>
            <a:off x="6054992" y="3312977"/>
            <a:ext cx="2107385" cy="937066"/>
          </a:xfrm>
          <a:prstGeom prst="rect">
            <a:avLst/>
          </a:prstGeom>
        </p:spPr>
      </p:pic>
      <p:sp>
        <p:nvSpPr>
          <p:cNvPr id="14" name="Flowchart: Punched Tape 13">
            <a:extLst>
              <a:ext uri="{FF2B5EF4-FFF2-40B4-BE49-F238E27FC236}">
                <a16:creationId xmlns:a16="http://schemas.microsoft.com/office/drawing/2014/main" id="{93EA45B9-EB90-3FC2-C633-57DF3C08CEFF}"/>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19D5045B-D100-3B1B-5A4D-C85A08C0B328}"/>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597FA566-65D4-AE29-4EA5-BC2943A86C4B}"/>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49B45A95-4C15-9803-E642-90F0A954CFAD}"/>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281740AC-5B31-66FD-BFF0-807890C59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607789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0CAA4-6F87-3B38-4104-A01DB7208C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4DC67A-7EE6-F95C-6E83-A86ED35C2DC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2F1F610A-7DD4-717B-3B57-71C30F87567E}"/>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p>
          <a:p>
            <a:r>
              <a:rPr lang="en-US" sz="1463" b="1" dirty="0">
                <a:highlight>
                  <a:srgbClr val="FFFF00"/>
                </a:highlight>
              </a:rPr>
              <a:t>4. Count the number of customers who have placed at least one order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57F65725-36CA-8270-F5E1-A84BA1E730D2}"/>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COUNT(CUSTOMER_ID) AS CUST_WITH_MIN_1_ORDER FROM CUSTOMERS WHERE CUSTOMER_ID IN (SELECT CUSTOMER_ID FROM ORDERS);</a:t>
            </a:r>
            <a:endParaRPr lang="en-IN" sz="1463" b="1" dirty="0">
              <a:highlight>
                <a:srgbClr val="00FF00"/>
              </a:highlight>
            </a:endParaRPr>
          </a:p>
        </p:txBody>
      </p:sp>
      <p:sp>
        <p:nvSpPr>
          <p:cNvPr id="9" name="Oval 8">
            <a:extLst>
              <a:ext uri="{FF2B5EF4-FFF2-40B4-BE49-F238E27FC236}">
                <a16:creationId xmlns:a16="http://schemas.microsoft.com/office/drawing/2014/main" id="{28E45366-FD45-8F0F-F700-1E044E27B625}"/>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67516AD5-2E77-E521-14B0-5EDF17F3829F}"/>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6ED25645-C8F0-E96D-6A3F-D181AFD031A8}"/>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CC1E581F-DBC3-A8C1-B988-5451CB037BC7}"/>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C4AC3C60-0D26-9641-76D9-3125930A5F68}"/>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32BC10A4-777B-1553-C170-3CE91A081D29}"/>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1B429878-C584-AFF0-904A-1DBAA363B2D5}"/>
              </a:ext>
            </a:extLst>
          </p:cNvPr>
          <p:cNvPicPr>
            <a:picLocks noGrp="1" noRot="1" noChangeAspect="1" noMove="1" noResize="1" noEditPoints="1" noAdjustHandles="1" noChangeArrowheads="1" noChangeShapeType="1" noCrop="1"/>
          </p:cNvPicPr>
          <p:nvPr/>
        </p:nvPicPr>
        <p:blipFill>
          <a:blip r:embed="rId4"/>
          <a:stretch>
            <a:fillRect/>
          </a:stretch>
        </p:blipFill>
        <p:spPr>
          <a:xfrm>
            <a:off x="5865515" y="3334142"/>
            <a:ext cx="2297153" cy="743943"/>
          </a:xfrm>
          <a:prstGeom prst="rect">
            <a:avLst/>
          </a:prstGeom>
        </p:spPr>
      </p:pic>
      <p:sp>
        <p:nvSpPr>
          <p:cNvPr id="14" name="Flowchart: Punched Tape 13">
            <a:extLst>
              <a:ext uri="{FF2B5EF4-FFF2-40B4-BE49-F238E27FC236}">
                <a16:creationId xmlns:a16="http://schemas.microsoft.com/office/drawing/2014/main" id="{075735D0-F49A-D7A7-A949-4B97EC06D3BF}"/>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D694B272-92EB-8E05-0E6D-AAF0E6DEF771}"/>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D12B128B-ABD6-95C8-1B76-BA8209752148}"/>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F155FFAB-DE00-5474-43A2-34A1B5E12EC1}"/>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F3A794DA-B5A2-00D2-35B2-BA4895AB5C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10056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3DAF5-88DF-2FAF-81E9-BBC9E8CF5D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DFECB0-A6B3-7082-60FC-CBEBD8459BC9}"/>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31FF81AD-D869-4869-C978-49C26990F1B9}"/>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5. Find the number of orders placed by each customer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204B8FB1-DC42-3C3C-33FB-7F8C8BB1842D}"/>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CUSTOMER_ID, COUNT(ORDER_ID) AS 'NO. OF ORDER PLACED' FROM ORDERS GROUP BY CUSTOMER_ID;</a:t>
            </a:r>
            <a:endParaRPr lang="en-IN" sz="1463" b="1" dirty="0">
              <a:highlight>
                <a:srgbClr val="00FF00"/>
              </a:highlight>
            </a:endParaRPr>
          </a:p>
        </p:txBody>
      </p:sp>
      <p:sp>
        <p:nvSpPr>
          <p:cNvPr id="9" name="Oval 8">
            <a:extLst>
              <a:ext uri="{FF2B5EF4-FFF2-40B4-BE49-F238E27FC236}">
                <a16:creationId xmlns:a16="http://schemas.microsoft.com/office/drawing/2014/main" id="{EF72EDA0-852E-E6D8-BC30-1374524D90BE}"/>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6B52C875-375B-0FB5-F6DB-04C814903319}"/>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C076C469-7357-9083-A910-73268DF2EF7B}"/>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4A88F5C5-B424-1439-4CF6-AD3F5BC21025}"/>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7862FDB2-9474-1AE3-41FF-9B2AE93E1910}"/>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01A863AC-E99D-7A47-8CC4-EC94D16839D5}"/>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D42C4368-21DD-F5E0-6C6F-F40C6216D049}"/>
              </a:ext>
            </a:extLst>
          </p:cNvPr>
          <p:cNvPicPr>
            <a:picLocks noGrp="1" noRot="1" noChangeAspect="1" noMove="1" noResize="1" noEditPoints="1" noAdjustHandles="1" noChangeArrowheads="1" noChangeShapeType="1" noCrop="1"/>
          </p:cNvPicPr>
          <p:nvPr/>
        </p:nvPicPr>
        <p:blipFill>
          <a:blip r:embed="rId4"/>
          <a:stretch>
            <a:fillRect/>
          </a:stretch>
        </p:blipFill>
        <p:spPr>
          <a:xfrm>
            <a:off x="5582681" y="2931626"/>
            <a:ext cx="3139236" cy="2396222"/>
          </a:xfrm>
          <a:prstGeom prst="rect">
            <a:avLst/>
          </a:prstGeom>
        </p:spPr>
      </p:pic>
      <p:sp>
        <p:nvSpPr>
          <p:cNvPr id="14" name="Flowchart: Punched Tape 13">
            <a:extLst>
              <a:ext uri="{FF2B5EF4-FFF2-40B4-BE49-F238E27FC236}">
                <a16:creationId xmlns:a16="http://schemas.microsoft.com/office/drawing/2014/main" id="{D6D15800-A68A-0B18-180D-B83B8F185E79}"/>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BFE8B686-958B-9C9C-A04E-A0F4570BFE73}"/>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601FCDDF-DA7B-AA8A-2457-87B534E7E1BB}"/>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26CBE1AB-FE90-BBF7-D101-B716752DB388}"/>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6A1ADA46-BA14-DEF6-1DAF-CB422E9C09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269487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0892A-75D2-B9A5-308A-ECAD166832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1079FFC-28E3-1FBC-9308-5B6459A41083}"/>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4257D73A-D8C6-C6A5-0FBA-F8E6F94FA194}"/>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6. Find total sales amount made by each customer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8CA9B3D6-DD43-5D67-993C-FE3FB05836F3}"/>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CUSTOMERS.NAME, ORDERS.CUSTOMER_ID AS CUSTOMER_ID, SUM(ORDERS.TOTAL_AMOUNT) AS AMOUNT_SPEND FROM ORDERS INNER JOIN CUSTOMERS ON CUSTOMERS.CUSTOMER_ID = ORDERS.CUSTOMER_ID GROUP BY CUSTOMER_ID;</a:t>
            </a:r>
            <a:endParaRPr lang="en-IN" sz="1463" b="1" dirty="0">
              <a:highlight>
                <a:srgbClr val="00FF00"/>
              </a:highlight>
            </a:endParaRPr>
          </a:p>
        </p:txBody>
      </p:sp>
      <p:sp>
        <p:nvSpPr>
          <p:cNvPr id="9" name="Oval 8">
            <a:extLst>
              <a:ext uri="{FF2B5EF4-FFF2-40B4-BE49-F238E27FC236}">
                <a16:creationId xmlns:a16="http://schemas.microsoft.com/office/drawing/2014/main" id="{A23795C2-F24F-6FF4-8D98-721273750FE4}"/>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68DDC056-0A4E-ACFA-A43E-21D51C7FC2A7}"/>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146CACFC-8CED-3B8A-B3DF-02442AEB35C0}"/>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D04F9D09-446C-0019-9391-A6AACE61FB42}"/>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2BE6EDA4-29F3-7B15-DEBE-814E35D4A168}"/>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FEFD749A-29C5-8E41-49FB-3F6C6622DC5A}"/>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FA8406CF-3C8C-4332-B6E4-3CC7D21A4F54}"/>
              </a:ext>
            </a:extLst>
          </p:cNvPr>
          <p:cNvPicPr>
            <a:picLocks noGrp="1" noRot="1" noChangeAspect="1" noMove="1" noResize="1" noEditPoints="1" noAdjustHandles="1" noChangeArrowheads="1" noChangeShapeType="1" noCrop="1"/>
          </p:cNvPicPr>
          <p:nvPr/>
        </p:nvPicPr>
        <p:blipFill>
          <a:blip r:embed="rId4"/>
          <a:stretch>
            <a:fillRect/>
          </a:stretch>
        </p:blipFill>
        <p:spPr>
          <a:xfrm>
            <a:off x="5112412" y="2900953"/>
            <a:ext cx="3851291" cy="2390030"/>
          </a:xfrm>
          <a:prstGeom prst="rect">
            <a:avLst/>
          </a:prstGeom>
        </p:spPr>
      </p:pic>
      <p:sp>
        <p:nvSpPr>
          <p:cNvPr id="14" name="Flowchart: Punched Tape 13">
            <a:extLst>
              <a:ext uri="{FF2B5EF4-FFF2-40B4-BE49-F238E27FC236}">
                <a16:creationId xmlns:a16="http://schemas.microsoft.com/office/drawing/2014/main" id="{74EDD5D2-CCCB-56DE-25A6-438AF93477D3}"/>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93129B3F-D9D7-6F4B-1908-8EAD4ED16E99}"/>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D67CAEEE-6C15-0E4E-7F1F-37FFDA5CC70E}"/>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83623A87-D4DA-8B84-AA74-78A257B50C01}"/>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90D444E3-332A-CC6E-7DEE-1713C48FB4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2617928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2F53-0ABC-BF3D-B0AF-E9448F0D20D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753CACC-7DA3-E633-1340-78509E59BF1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0188C0B3-97AA-4B16-8C0D-DBF32D43C19D}"/>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7. List the number of products sold per category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CB13DA90-EC1B-131E-BE05-E15AA8157371}"/>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products.CATEGORY AS PRODUCT_CATEGORY, SUM(order_items.QUANTITY) AS SOLD_QUANTITYFROM products INNER JOIN order_items ON products.product_id = order_items.product_id GROUP BY CATEGORY;</a:t>
            </a:r>
            <a:endParaRPr lang="en-IN" sz="1463" b="1" dirty="0">
              <a:highlight>
                <a:srgbClr val="00FF00"/>
              </a:highlight>
            </a:endParaRPr>
          </a:p>
        </p:txBody>
      </p:sp>
      <p:sp>
        <p:nvSpPr>
          <p:cNvPr id="9" name="Oval 8">
            <a:extLst>
              <a:ext uri="{FF2B5EF4-FFF2-40B4-BE49-F238E27FC236}">
                <a16:creationId xmlns:a16="http://schemas.microsoft.com/office/drawing/2014/main" id="{B118D575-0778-D486-585C-4027A7436DD0}"/>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A3BE59AE-8F90-3D65-171F-654C0A67DE43}"/>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593132D4-73A5-AAD6-F521-5127B106559F}"/>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C6C10A5C-B358-529D-9F6C-5D9ECF6AFB93}"/>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2639971B-F019-E3E4-E3BA-D6D204194866}"/>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89CBD09E-92C9-06C9-2365-21C9026A6686}"/>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967AA1E7-BB68-32E9-0E38-CEAF12260DE2}"/>
              </a:ext>
            </a:extLst>
          </p:cNvPr>
          <p:cNvPicPr>
            <a:picLocks noGrp="1" noRot="1" noChangeAspect="1" noMove="1" noResize="1" noEditPoints="1" noAdjustHandles="1" noChangeArrowheads="1" noChangeShapeType="1" noCrop="1"/>
          </p:cNvPicPr>
          <p:nvPr/>
        </p:nvPicPr>
        <p:blipFill>
          <a:blip r:embed="rId4"/>
          <a:stretch>
            <a:fillRect/>
          </a:stretch>
        </p:blipFill>
        <p:spPr>
          <a:xfrm>
            <a:off x="5112097" y="2911735"/>
            <a:ext cx="3993171" cy="2196895"/>
          </a:xfrm>
          <a:prstGeom prst="rect">
            <a:avLst/>
          </a:prstGeom>
        </p:spPr>
      </p:pic>
      <p:sp>
        <p:nvSpPr>
          <p:cNvPr id="14" name="Flowchart: Punched Tape 13">
            <a:extLst>
              <a:ext uri="{FF2B5EF4-FFF2-40B4-BE49-F238E27FC236}">
                <a16:creationId xmlns:a16="http://schemas.microsoft.com/office/drawing/2014/main" id="{68DB38EB-FF92-5872-252F-31141E24F66E}"/>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F3BD12DA-8A29-9411-10F9-6B9B303B4719}"/>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19260EFD-C1BB-64CF-8686-8FEC1F9E0707}"/>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38B4E887-6480-08C9-64F8-394D004C0C73}"/>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31F472E6-6771-D067-C776-72A5D12F48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685926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3E558-544E-27E1-4D5B-26F5F55BA6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F173981-6595-EFCC-608D-923F046380E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D384149C-1425-E55E-DDB9-F993336B925D}"/>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8. Find the average item price per category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12A00A6C-63C8-8127-37A7-08E7968E3D03}"/>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CATEGORY, avg(PRICE) AS AVG_PRICE FROM products group by category order by AVG_PRICE desc;</a:t>
            </a:r>
            <a:endParaRPr lang="en-IN" sz="1463" b="1" dirty="0">
              <a:highlight>
                <a:srgbClr val="00FF00"/>
              </a:highlight>
            </a:endParaRPr>
          </a:p>
        </p:txBody>
      </p:sp>
      <p:sp>
        <p:nvSpPr>
          <p:cNvPr id="9" name="Oval 8">
            <a:extLst>
              <a:ext uri="{FF2B5EF4-FFF2-40B4-BE49-F238E27FC236}">
                <a16:creationId xmlns:a16="http://schemas.microsoft.com/office/drawing/2014/main" id="{E8FBC1B7-D967-59B8-7A35-E0FB244E4AFF}"/>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3D5F1F02-9F81-916A-E8B4-14659D6B0620}"/>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2A48646B-B5D9-AA1B-9210-68DF220625BE}"/>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3F0C72CC-60D8-BE99-21BA-1C8CB15940EF}"/>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0379C011-DDF8-15BB-1F72-30882BCB4884}"/>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14F43195-6E1F-080F-7CCD-F330A92FBEB8}"/>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91F6611B-C2E2-A182-27FD-110FF8B105C7}"/>
              </a:ext>
            </a:extLst>
          </p:cNvPr>
          <p:cNvPicPr>
            <a:picLocks noGrp="1" noRot="1" noChangeAspect="1" noMove="1" noResize="1" noEditPoints="1" noAdjustHandles="1" noChangeArrowheads="1" noChangeShapeType="1" noCrop="1"/>
          </p:cNvPicPr>
          <p:nvPr/>
        </p:nvPicPr>
        <p:blipFill>
          <a:blip r:embed="rId4"/>
          <a:stretch>
            <a:fillRect/>
          </a:stretch>
        </p:blipFill>
        <p:spPr>
          <a:xfrm>
            <a:off x="5438052" y="3111453"/>
            <a:ext cx="3413314" cy="1989189"/>
          </a:xfrm>
          <a:prstGeom prst="rect">
            <a:avLst/>
          </a:prstGeom>
        </p:spPr>
      </p:pic>
      <p:sp>
        <p:nvSpPr>
          <p:cNvPr id="14" name="Flowchart: Punched Tape 13">
            <a:extLst>
              <a:ext uri="{FF2B5EF4-FFF2-40B4-BE49-F238E27FC236}">
                <a16:creationId xmlns:a16="http://schemas.microsoft.com/office/drawing/2014/main" id="{4F07A570-BB08-4B2B-CA19-1D5D44CB6C24}"/>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C085D9D5-D3A9-554A-57C2-8132C1189B79}"/>
              </a:ext>
            </a:extLst>
          </p:cNvPr>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B61E38B9-252B-B165-E153-19CF1119C5C3}"/>
              </a:ext>
            </a:extLst>
          </p:cNvPr>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697BCD8F-A671-745D-A839-440C24DB98A0}"/>
                </a:ext>
              </a:extLst>
            </p:cNvPr>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4F40A478-F5D3-2EA3-C24F-9D76FB77CB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958745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466B2-07F8-071C-4B72-9A867E839D2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3E8D59-B8AE-B2CA-963A-1B93F6C6326B}"/>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200C2D2E-336E-7659-2CF8-A36266483B0B}"/>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9. Show number of orders placed per day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94F36B66-A04D-2580-2B2C-C251937F6633}"/>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dayname(order_date) AS DAY , count(order_id) AS "NO. OF ORDERS" FROM ORDERS group by DAY order by count(order_id) DESC;</a:t>
            </a:r>
            <a:endParaRPr lang="en-IN" sz="1463" b="1" dirty="0">
              <a:highlight>
                <a:srgbClr val="00FF00"/>
              </a:highlight>
            </a:endParaRPr>
          </a:p>
        </p:txBody>
      </p:sp>
      <p:sp>
        <p:nvSpPr>
          <p:cNvPr id="9" name="Oval 8">
            <a:extLst>
              <a:ext uri="{FF2B5EF4-FFF2-40B4-BE49-F238E27FC236}">
                <a16:creationId xmlns:a16="http://schemas.microsoft.com/office/drawing/2014/main" id="{00B41B9E-E05F-8E22-CEFD-46F33BC77149}"/>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00"/>
          </a:p>
        </p:txBody>
      </p:sp>
      <p:sp>
        <p:nvSpPr>
          <p:cNvPr id="8" name="TextBox 7">
            <a:extLst>
              <a:ext uri="{FF2B5EF4-FFF2-40B4-BE49-F238E27FC236}">
                <a16:creationId xmlns:a16="http://schemas.microsoft.com/office/drawing/2014/main" id="{9982BA71-A16C-A6A1-7BE5-E67FFA29D854}"/>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4E2703A3-A934-CF93-B4CC-BE713A79AB1C}"/>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5DF1011F-4B05-A939-D1A3-B3E89103F35A}"/>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CC50D84B-6612-8D4B-3EA0-CEBABC0FA5DD}"/>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5304DCBE-D366-2625-9B1E-1E55CA40E120}"/>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FAAAC2B8-6404-C5D8-830C-7CA59CD892B1}"/>
              </a:ext>
            </a:extLst>
          </p:cNvPr>
          <p:cNvPicPr>
            <a:picLocks noGrp="1" noRot="1" noChangeAspect="1" noMove="1" noResize="1" noEditPoints="1" noAdjustHandles="1" noChangeArrowheads="1" noChangeShapeType="1" noCrop="1"/>
          </p:cNvPicPr>
          <p:nvPr/>
        </p:nvPicPr>
        <p:blipFill>
          <a:blip r:embed="rId4"/>
          <a:stretch>
            <a:fillRect/>
          </a:stretch>
        </p:blipFill>
        <p:spPr>
          <a:xfrm>
            <a:off x="5582681" y="3113582"/>
            <a:ext cx="3096328" cy="2024714"/>
          </a:xfrm>
          <a:prstGeom prst="rect">
            <a:avLst/>
          </a:prstGeom>
        </p:spPr>
      </p:pic>
      <p:sp>
        <p:nvSpPr>
          <p:cNvPr id="14" name="Flowchart: Punched Tape 13">
            <a:extLst>
              <a:ext uri="{FF2B5EF4-FFF2-40B4-BE49-F238E27FC236}">
                <a16:creationId xmlns:a16="http://schemas.microsoft.com/office/drawing/2014/main" id="{FCE574BB-F824-EFC8-E386-053AA89FEF68}"/>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B150F741-DC70-7911-5E46-43CD073D624D}"/>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4B76D8AB-66B8-C3A3-8350-37EEE99DDAF5}"/>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4B6B5FDE-6474-CEA4-F528-C4D0EDA99243}"/>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63DB3B5B-F9C7-C8E7-D2F8-24A916655186}"/>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742626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A77A-FE89-D76C-F1F1-1997363D9F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27DA88-D3B1-8901-2E02-423A2B1D91B1}"/>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C53B3C9A-C58A-86A2-95E1-001C23806063}"/>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10. List total payments received per payment method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476AD971-1275-374D-F793-E7B4D9647325}"/>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METHOD AS PAYMENT_METHOD, COUNT(PAYMENT_ID) AS "NO. OF TIMES" FROM PAYMENTS GROUP BY METHOD ORDER BY COUNT(PAYMENT_ID) DESC;</a:t>
            </a:r>
            <a:endParaRPr lang="en-IN" sz="1463" b="1" dirty="0">
              <a:highlight>
                <a:srgbClr val="00FF00"/>
              </a:highlight>
            </a:endParaRPr>
          </a:p>
        </p:txBody>
      </p:sp>
      <p:sp>
        <p:nvSpPr>
          <p:cNvPr id="9" name="Oval 8">
            <a:extLst>
              <a:ext uri="{FF2B5EF4-FFF2-40B4-BE49-F238E27FC236}">
                <a16:creationId xmlns:a16="http://schemas.microsoft.com/office/drawing/2014/main" id="{E7E07BAD-D0E0-44CE-0DE2-10F047D47DE0}"/>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9C5257FE-6997-F33B-8EF2-EDC0E8D3ABEA}"/>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A155B8FD-466C-C54F-53C8-863D9826F132}"/>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98044E99-3391-2DF7-4F17-76221BFE0071}"/>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7B816633-BE0D-E7AC-2CCD-718030D4CF5B}"/>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74889710-2A19-3774-5F40-52FC86B50180}"/>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LEVEL:3</a:t>
            </a:r>
          </a:p>
        </p:txBody>
      </p:sp>
      <p:pic>
        <p:nvPicPr>
          <p:cNvPr id="4" name="Picture 3">
            <a:extLst>
              <a:ext uri="{FF2B5EF4-FFF2-40B4-BE49-F238E27FC236}">
                <a16:creationId xmlns:a16="http://schemas.microsoft.com/office/drawing/2014/main" id="{FE5738C4-B2CE-324C-6E8D-724EAEE722C6}"/>
              </a:ext>
            </a:extLst>
          </p:cNvPr>
          <p:cNvPicPr>
            <a:picLocks noGrp="1" noRot="1" noChangeAspect="1" noMove="1" noResize="1" noEditPoints="1" noAdjustHandles="1" noChangeArrowheads="1" noChangeShapeType="1" noCrop="1"/>
          </p:cNvPicPr>
          <p:nvPr/>
        </p:nvPicPr>
        <p:blipFill>
          <a:blip r:embed="rId4"/>
          <a:stretch>
            <a:fillRect/>
          </a:stretch>
        </p:blipFill>
        <p:spPr>
          <a:xfrm>
            <a:off x="5226857" y="3082308"/>
            <a:ext cx="3726842" cy="1842578"/>
          </a:xfrm>
          <a:prstGeom prst="rect">
            <a:avLst/>
          </a:prstGeom>
        </p:spPr>
      </p:pic>
      <p:sp>
        <p:nvSpPr>
          <p:cNvPr id="14" name="Flowchart: Punched Tape 13">
            <a:extLst>
              <a:ext uri="{FF2B5EF4-FFF2-40B4-BE49-F238E27FC236}">
                <a16:creationId xmlns:a16="http://schemas.microsoft.com/office/drawing/2014/main" id="{D3AE213A-AAE4-FDC3-80F0-6C05464EB14E}"/>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D6B6C8AC-E834-FDCF-0E97-C0A5DC1D3989}"/>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A163FFE7-80EF-FA70-24F9-4C28D263F94E}"/>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C478931A-E8CD-6051-FB35-61909AE3E287}"/>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B0AD4348-86CB-DA14-EBD0-AAF492C47BEC}"/>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5423807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6C65-AFC9-2A8D-5B3F-0E81AC1907E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BC0A82-CD52-5C0B-822A-525BF2E2710C}"/>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EB0E2EF8-7113-1363-9BAE-03FFB7F99241}"/>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1. Retrieve order details along with the customer name (INNER JOIN)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747E9FE5-416F-2683-6CC2-28045227A979}"/>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customers.name , orders.* from customers inner join orders on customers.customer_id = orders.customer_id order by order_id;</a:t>
            </a:r>
            <a:endParaRPr lang="en-IN" sz="1463" b="1" dirty="0">
              <a:highlight>
                <a:srgbClr val="00FF00"/>
              </a:highlight>
            </a:endParaRPr>
          </a:p>
        </p:txBody>
      </p:sp>
      <p:sp>
        <p:nvSpPr>
          <p:cNvPr id="9" name="Oval 8">
            <a:extLst>
              <a:ext uri="{FF2B5EF4-FFF2-40B4-BE49-F238E27FC236}">
                <a16:creationId xmlns:a16="http://schemas.microsoft.com/office/drawing/2014/main" id="{7F300451-6FE1-A30D-6B8E-B7F2B6B39358}"/>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CEE7519D-5B71-E6C7-116A-BCE845523E62}"/>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D93BAE81-C3EE-2C13-9548-44EEA8E830AE}"/>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DC0CBCB3-47C7-E919-B543-69299D173398}"/>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8EE523E1-3841-0DBE-B063-4F856266358F}"/>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96A5D36E-221E-AA11-7349-8E006B4B07AE}"/>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LEVEL:4</a:t>
            </a:r>
          </a:p>
        </p:txBody>
      </p:sp>
      <p:pic>
        <p:nvPicPr>
          <p:cNvPr id="4" name="Picture 3">
            <a:extLst>
              <a:ext uri="{FF2B5EF4-FFF2-40B4-BE49-F238E27FC236}">
                <a16:creationId xmlns:a16="http://schemas.microsoft.com/office/drawing/2014/main" id="{A1297864-491B-EDDD-400F-4F5BAB32D96A}"/>
              </a:ext>
            </a:extLst>
          </p:cNvPr>
          <p:cNvPicPr>
            <a:picLocks noGrp="1" noRot="1" noChangeAspect="1" noMove="1" noResize="1" noEditPoints="1" noAdjustHandles="1" noChangeArrowheads="1" noChangeShapeType="1" noCrop="1"/>
          </p:cNvPicPr>
          <p:nvPr/>
        </p:nvPicPr>
        <p:blipFill>
          <a:blip r:embed="rId4"/>
          <a:stretch>
            <a:fillRect/>
          </a:stretch>
        </p:blipFill>
        <p:spPr>
          <a:xfrm>
            <a:off x="4651420" y="2628327"/>
            <a:ext cx="4914527" cy="3047501"/>
          </a:xfrm>
          <a:prstGeom prst="rect">
            <a:avLst/>
          </a:prstGeom>
        </p:spPr>
      </p:pic>
      <p:sp>
        <p:nvSpPr>
          <p:cNvPr id="14" name="Flowchart: Punched Tape 13">
            <a:extLst>
              <a:ext uri="{FF2B5EF4-FFF2-40B4-BE49-F238E27FC236}">
                <a16:creationId xmlns:a16="http://schemas.microsoft.com/office/drawing/2014/main" id="{B09EB9C9-5EF1-A3F4-FF88-3A9244B09D12}"/>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5E81EB2A-B41E-14BB-A359-3F522FDD9FFC}"/>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24FE1CDC-29B5-01E5-9EC8-F66585A37DB6}"/>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7EBD2CDC-C38F-907A-CAD2-6857B8EA54A9}"/>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3C8E1244-A489-09FA-7C44-FC51C2729F50}"/>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619965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80F19-CB7E-3581-4FD6-42EF327E60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7728E2-E4E6-A621-D073-EB423F48FB20}"/>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3AEEAE80-5EF5-535A-45FA-FCFE42437D46}"/>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2. Get list of products that have been sold (INNER JOIN with order_items)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8AA0B2A5-D9D5-112C-BFE2-E34E7027D80D}"/>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distinct products.product_id,products.name, products.categoryfrom products inner join order_items on products.product_id = order_items.product_id;</a:t>
            </a:r>
            <a:endParaRPr lang="en-IN" sz="1463" b="1" dirty="0">
              <a:highlight>
                <a:srgbClr val="00FF00"/>
              </a:highlight>
            </a:endParaRPr>
          </a:p>
        </p:txBody>
      </p:sp>
      <p:sp>
        <p:nvSpPr>
          <p:cNvPr id="9" name="Oval 8">
            <a:extLst>
              <a:ext uri="{FF2B5EF4-FFF2-40B4-BE49-F238E27FC236}">
                <a16:creationId xmlns:a16="http://schemas.microsoft.com/office/drawing/2014/main" id="{68CDAB2C-18BD-BF25-D11B-7A75C9466280}"/>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844B6365-F115-9382-E2B0-FB5DD3EA616D}"/>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EC46CDC1-F1C4-B36E-3D96-195DC371A3E7}"/>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44EB26FB-0849-EC1F-4BB2-174022D9C4A5}"/>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F5201144-76EA-FEAB-68BB-6951ED103CA5}"/>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C5496E1A-30C7-2BB9-12FE-56EC88C91A9A}"/>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LEVEL:4</a:t>
            </a:r>
          </a:p>
        </p:txBody>
      </p:sp>
      <p:pic>
        <p:nvPicPr>
          <p:cNvPr id="4" name="Picture 3">
            <a:extLst>
              <a:ext uri="{FF2B5EF4-FFF2-40B4-BE49-F238E27FC236}">
                <a16:creationId xmlns:a16="http://schemas.microsoft.com/office/drawing/2014/main" id="{5E6E4CB1-AE06-4200-4A31-A1B18D298607}"/>
              </a:ext>
            </a:extLst>
          </p:cNvPr>
          <p:cNvPicPr>
            <a:picLocks noGrp="1" noRot="1" noChangeAspect="1" noMove="1" noResize="1" noEditPoints="1" noAdjustHandles="1" noChangeArrowheads="1" noChangeShapeType="1" noCrop="1"/>
          </p:cNvPicPr>
          <p:nvPr/>
        </p:nvPicPr>
        <p:blipFill>
          <a:blip r:embed="rId4"/>
          <a:stretch>
            <a:fillRect/>
          </a:stretch>
        </p:blipFill>
        <p:spPr>
          <a:xfrm>
            <a:off x="5107513" y="2834166"/>
            <a:ext cx="4002343" cy="2591142"/>
          </a:xfrm>
          <a:prstGeom prst="rect">
            <a:avLst/>
          </a:prstGeom>
        </p:spPr>
      </p:pic>
      <p:sp>
        <p:nvSpPr>
          <p:cNvPr id="14" name="Flowchart: Punched Tape 13">
            <a:extLst>
              <a:ext uri="{FF2B5EF4-FFF2-40B4-BE49-F238E27FC236}">
                <a16:creationId xmlns:a16="http://schemas.microsoft.com/office/drawing/2014/main" id="{E52008D0-E55D-E135-C31B-BD7AED4A2062}"/>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2C327C48-1DC7-0D5A-16E6-929421D5FFCB}"/>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94653A17-4A31-9169-EB57-169EB3109E10}"/>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F4495E44-2906-942E-7319-17376E57AE6C}"/>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EC311954-AAC9-1BB5-D843-F149A02698DD}"/>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523223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297EA-9ED7-97A4-1FA2-93C6183E3D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3B3C9AF-CF5F-4BF7-A9D1-65CDC214022C}"/>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162060F0-5939-5889-CAD2-D746EF283A0B}"/>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p>
          <a:p>
            <a:r>
              <a:rPr lang="en-US" sz="1463" b="1" dirty="0">
                <a:highlight>
                  <a:srgbClr val="FFFF00"/>
                </a:highlight>
              </a:rPr>
              <a:t>3. List all orders with their payment method (INNER JOIN)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94ED3280-C2E4-B052-77D9-24605635F506}"/>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orders.* , payments.method from orders inner join payments on orders.order_id = payments.order_id;</a:t>
            </a:r>
            <a:endParaRPr lang="en-IN" sz="1463" b="1" dirty="0">
              <a:highlight>
                <a:srgbClr val="00FF00"/>
              </a:highlight>
            </a:endParaRPr>
          </a:p>
        </p:txBody>
      </p:sp>
      <p:sp>
        <p:nvSpPr>
          <p:cNvPr id="9" name="Oval 8">
            <a:extLst>
              <a:ext uri="{FF2B5EF4-FFF2-40B4-BE49-F238E27FC236}">
                <a16:creationId xmlns:a16="http://schemas.microsoft.com/office/drawing/2014/main" id="{73BC1853-507B-A5F9-6D48-FE27D4BB3BF3}"/>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1704A3B6-A0AC-5666-AF5B-D6BE212ACF7E}"/>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36D69AEA-2300-C400-FACB-F2874943408C}"/>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81F3B377-1CF0-6C78-BBF1-384A56B2B262}"/>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9FAA434E-825A-0A3C-43A4-37ED06855BBB}"/>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72E346E7-1E92-367E-5033-B2DC6899997E}"/>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LEVEL:4</a:t>
            </a:r>
          </a:p>
        </p:txBody>
      </p:sp>
      <p:pic>
        <p:nvPicPr>
          <p:cNvPr id="4" name="Picture 3">
            <a:extLst>
              <a:ext uri="{FF2B5EF4-FFF2-40B4-BE49-F238E27FC236}">
                <a16:creationId xmlns:a16="http://schemas.microsoft.com/office/drawing/2014/main" id="{1CD5FA71-01AF-B335-40C9-C5F216AA2FAC}"/>
              </a:ext>
            </a:extLst>
          </p:cNvPr>
          <p:cNvPicPr>
            <a:picLocks noGrp="1" noRot="1" noChangeAspect="1" noMove="1" noResize="1" noEditPoints="1" noAdjustHandles="1" noChangeArrowheads="1" noChangeShapeType="1" noCrop="1"/>
          </p:cNvPicPr>
          <p:nvPr/>
        </p:nvPicPr>
        <p:blipFill>
          <a:blip r:embed="rId4"/>
          <a:stretch>
            <a:fillRect/>
          </a:stretch>
        </p:blipFill>
        <p:spPr>
          <a:xfrm>
            <a:off x="4584561" y="2769630"/>
            <a:ext cx="5048247" cy="2762403"/>
          </a:xfrm>
          <a:prstGeom prst="rect">
            <a:avLst/>
          </a:prstGeom>
        </p:spPr>
      </p:pic>
      <p:sp>
        <p:nvSpPr>
          <p:cNvPr id="14" name="Flowchart: Punched Tape 13">
            <a:extLst>
              <a:ext uri="{FF2B5EF4-FFF2-40B4-BE49-F238E27FC236}">
                <a16:creationId xmlns:a16="http://schemas.microsoft.com/office/drawing/2014/main" id="{AA8E2B13-B9D3-3D25-2436-37C45A993A8A}"/>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38A45FF6-A457-3C35-B437-7CF801E0ECD2}"/>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3E78C7FB-28F0-A9CC-E1AD-E701F43C53B8}"/>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32CFA023-8A0F-21F4-8AD0-B048A78BE782}"/>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CBE4E338-C5E5-E9D6-EBA8-BBED298E7ECD}"/>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4070653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74BF5-E9A0-5DF0-958B-5B04013E597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F0581F-97FC-F333-0B81-512785F5BA09}"/>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DB87699F-4ED8-8DCB-3340-FAB3229EC1E3}"/>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4. Get list of customers and their orders (LEFT JOIN)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ACFFAD03-95F6-695A-F7F9-6BEBD765D10B}"/>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1463" b="1" dirty="0">
                <a:highlight>
                  <a:srgbClr val="00FF00"/>
                </a:highlight>
              </a:rPr>
              <a:t>select customers.customer_id, customers.name, group_concat(orders.order_id order by orders.order_id asc separator ',') as Order_Id_Listfrom customers left join orders on customers.customer_id = orders.customer_id group by customers.customer_id, customers.name;</a:t>
            </a:r>
          </a:p>
        </p:txBody>
      </p:sp>
      <p:sp>
        <p:nvSpPr>
          <p:cNvPr id="9" name="Oval 8">
            <a:extLst>
              <a:ext uri="{FF2B5EF4-FFF2-40B4-BE49-F238E27FC236}">
                <a16:creationId xmlns:a16="http://schemas.microsoft.com/office/drawing/2014/main" id="{FB94DE75-3602-FAF0-4660-41C60D277A91}"/>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B9938868-ADF4-9FCE-1658-1FEA28F6FE1D}"/>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AF76E026-9B48-65A9-B0BE-D584B70A3D8B}"/>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59EBFF32-DC63-9E49-813F-680476630515}"/>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0DB4718B-26DF-72AF-6A93-0E0C8BE2A444}"/>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9E400502-D5F2-A9D7-14A3-2F67975CF63C}"/>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LEVEL:4</a:t>
            </a:r>
          </a:p>
        </p:txBody>
      </p:sp>
      <p:pic>
        <p:nvPicPr>
          <p:cNvPr id="14" name="Picture 13">
            <a:extLst>
              <a:ext uri="{FF2B5EF4-FFF2-40B4-BE49-F238E27FC236}">
                <a16:creationId xmlns:a16="http://schemas.microsoft.com/office/drawing/2014/main" id="{F3E3913B-60EE-A6DB-4E85-1F7E22842D84}"/>
              </a:ext>
            </a:extLst>
          </p:cNvPr>
          <p:cNvPicPr>
            <a:picLocks noGrp="1" noRot="1" noChangeAspect="1" noMove="1" noResize="1" noEditPoints="1" noAdjustHandles="1" noChangeArrowheads="1" noChangeShapeType="1" noCrop="1"/>
          </p:cNvPicPr>
          <p:nvPr/>
        </p:nvPicPr>
        <p:blipFill>
          <a:blip r:embed="rId4"/>
          <a:stretch>
            <a:fillRect/>
          </a:stretch>
        </p:blipFill>
        <p:spPr>
          <a:xfrm>
            <a:off x="4660326" y="2706493"/>
            <a:ext cx="4950095" cy="3061113"/>
          </a:xfrm>
          <a:prstGeom prst="rect">
            <a:avLst/>
          </a:prstGeom>
        </p:spPr>
      </p:pic>
      <p:sp>
        <p:nvSpPr>
          <p:cNvPr id="11" name="Flowchart: Punched Tape 10">
            <a:extLst>
              <a:ext uri="{FF2B5EF4-FFF2-40B4-BE49-F238E27FC236}">
                <a16:creationId xmlns:a16="http://schemas.microsoft.com/office/drawing/2014/main" id="{4998688B-B0D0-865A-F416-B2DCC454D411}"/>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B66C5B60-B2E5-BE39-C6D5-D56512879032}"/>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2DB90445-1831-C9D3-9CF8-1525403B324B}"/>
              </a:ext>
            </a:extLst>
          </p:cNvPr>
          <p:cNvGrpSpPr>
            <a:grpSpLocks noGrp="1" noUngrp="1" noRot="1" noMove="1" noResize="1"/>
          </p:cNvGrpSpPr>
          <p:nvPr/>
        </p:nvGrpSpPr>
        <p:grpSpPr>
          <a:xfrm>
            <a:off x="86945" y="6267040"/>
            <a:ext cx="418897" cy="418897"/>
            <a:chOff x="86945" y="6267040"/>
            <a:chExt cx="418897" cy="418897"/>
          </a:xfrm>
        </p:grpSpPr>
        <p:sp>
          <p:nvSpPr>
            <p:cNvPr id="4" name="Rectangle 3">
              <a:extLst>
                <a:ext uri="{FF2B5EF4-FFF2-40B4-BE49-F238E27FC236}">
                  <a16:creationId xmlns:a16="http://schemas.microsoft.com/office/drawing/2014/main" id="{4F1BE572-56CA-6AE3-D9CA-63A4C1B25642}"/>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6AAFCCF8-793D-27F7-DF56-5D804A6E7E90}"/>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8864244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64056-B07E-9940-4206-8788EAD0787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F61A77-37D9-97BB-55C1-6FCD74E4CB9B}"/>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C595108D-F6B6-FB1B-811F-FD66DBCA05EC}"/>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5. List all products along with order item quantity (LEFT JOIN)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A2C65DA4-311D-4F59-8DA1-83012BFADF07}"/>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p.product_id, p.name, sum(o.quantity) as Quantity_Sold from order_items as o left join products as p on o.product_id = p.product_id group by p.product_id, p.name order by Quantity_Sold desc;</a:t>
            </a:r>
            <a:endParaRPr lang="en-IN" sz="1463" b="1" dirty="0">
              <a:highlight>
                <a:srgbClr val="00FF00"/>
              </a:highlight>
            </a:endParaRPr>
          </a:p>
        </p:txBody>
      </p:sp>
      <p:sp>
        <p:nvSpPr>
          <p:cNvPr id="9" name="Oval 8">
            <a:extLst>
              <a:ext uri="{FF2B5EF4-FFF2-40B4-BE49-F238E27FC236}">
                <a16:creationId xmlns:a16="http://schemas.microsoft.com/office/drawing/2014/main" id="{F24EAE12-3C5F-99DA-BD32-C5D0598702AB}"/>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6012DCA7-385A-2DBE-3523-6D4089FDEFCA}"/>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402B7A25-6B13-7957-983F-73CC1A9AB004}"/>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5EB21C80-303F-9634-F54E-C3DA28EB4DF5}"/>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3C79FF9A-6D62-8FEA-73C4-89C1049ADC34}"/>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10B41B67-91E7-B399-17FC-8AF708B6052E}"/>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LEVEL:4</a:t>
            </a:r>
          </a:p>
        </p:txBody>
      </p:sp>
      <p:pic>
        <p:nvPicPr>
          <p:cNvPr id="4" name="Picture 3">
            <a:extLst>
              <a:ext uri="{FF2B5EF4-FFF2-40B4-BE49-F238E27FC236}">
                <a16:creationId xmlns:a16="http://schemas.microsoft.com/office/drawing/2014/main" id="{1C189D76-593C-CCDD-27E4-69E2A6EFC808}"/>
              </a:ext>
            </a:extLst>
          </p:cNvPr>
          <p:cNvPicPr>
            <a:picLocks noGrp="1" noRot="1" noChangeAspect="1" noMove="1" noResize="1" noEditPoints="1" noAdjustHandles="1" noChangeArrowheads="1" noChangeShapeType="1" noCrop="1"/>
          </p:cNvPicPr>
          <p:nvPr/>
        </p:nvPicPr>
        <p:blipFill>
          <a:blip r:embed="rId4"/>
          <a:stretch>
            <a:fillRect/>
          </a:stretch>
        </p:blipFill>
        <p:spPr>
          <a:xfrm>
            <a:off x="5064844" y="2928533"/>
            <a:ext cx="4122174" cy="2501369"/>
          </a:xfrm>
          <a:prstGeom prst="rect">
            <a:avLst/>
          </a:prstGeom>
        </p:spPr>
      </p:pic>
      <p:sp>
        <p:nvSpPr>
          <p:cNvPr id="14" name="Flowchart: Punched Tape 13">
            <a:extLst>
              <a:ext uri="{FF2B5EF4-FFF2-40B4-BE49-F238E27FC236}">
                <a16:creationId xmlns:a16="http://schemas.microsoft.com/office/drawing/2014/main" id="{BA3FA528-6B40-70DA-0FF4-011E15CD2AEC}"/>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5D7CD5CF-34C8-1DC9-2456-52400797DBA5}"/>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17" name="Group 16">
            <a:extLst>
              <a:ext uri="{FF2B5EF4-FFF2-40B4-BE49-F238E27FC236}">
                <a16:creationId xmlns:a16="http://schemas.microsoft.com/office/drawing/2014/main" id="{99FFBF90-1404-AAE0-5503-DB672A585A86}"/>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6691C9C5-2CA1-489F-9C34-A46258687493}"/>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2523A854-289D-5E8D-380B-90A52AD85A69}"/>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228361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DD9DD-64B0-989A-CABD-572973B1E90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DB07674-0118-D50C-7D26-CBB5A4E023A2}"/>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C932ADC2-CAFC-834C-8141-20A1069AC7F5}"/>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6. List all payments including those with no matching orders (RIGHT JOIN)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4DB8FF16-A616-5ECF-FA02-A81DDF52FF13}"/>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payments.* from orders right join payments on orders.order_id = payments.order_id;</a:t>
            </a:r>
            <a:endParaRPr lang="en-IN" sz="1463" b="1" dirty="0">
              <a:highlight>
                <a:srgbClr val="00FF00"/>
              </a:highlight>
            </a:endParaRPr>
          </a:p>
        </p:txBody>
      </p:sp>
      <p:sp>
        <p:nvSpPr>
          <p:cNvPr id="9" name="Oval 8">
            <a:extLst>
              <a:ext uri="{FF2B5EF4-FFF2-40B4-BE49-F238E27FC236}">
                <a16:creationId xmlns:a16="http://schemas.microsoft.com/office/drawing/2014/main" id="{025B9E6D-6CE9-777D-F2FF-DA5166CC70C6}"/>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EB495AB5-EA10-2778-D283-A793E4C955D2}"/>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3EB15990-85E0-CDEB-044B-FD52150F7065}"/>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34CDBDCE-4321-BB3F-330D-C5DEA24FCA24}"/>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EEA5C203-D66A-1714-88CF-E1EDDA63BAFC}"/>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9FA26F8F-8DC8-7924-D4A4-F0D2E7040EC4}"/>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LEVEL:4</a:t>
            </a:r>
          </a:p>
        </p:txBody>
      </p:sp>
      <p:pic>
        <p:nvPicPr>
          <p:cNvPr id="14" name="Picture 13">
            <a:extLst>
              <a:ext uri="{FF2B5EF4-FFF2-40B4-BE49-F238E27FC236}">
                <a16:creationId xmlns:a16="http://schemas.microsoft.com/office/drawing/2014/main" id="{04CE2C1D-4658-95E2-9089-450338EF484C}"/>
              </a:ext>
            </a:extLst>
          </p:cNvPr>
          <p:cNvPicPr>
            <a:picLocks noGrp="1" noRot="1" noChangeAspect="1" noMove="1" noResize="1" noEditPoints="1" noAdjustHandles="1" noChangeArrowheads="1" noChangeShapeType="1" noCrop="1"/>
          </p:cNvPicPr>
          <p:nvPr/>
        </p:nvPicPr>
        <p:blipFill>
          <a:blip r:embed="rId4"/>
          <a:stretch>
            <a:fillRect/>
          </a:stretch>
        </p:blipFill>
        <p:spPr>
          <a:xfrm>
            <a:off x="4591723" y="2682667"/>
            <a:ext cx="5033923" cy="2747232"/>
          </a:xfrm>
          <a:prstGeom prst="rect">
            <a:avLst/>
          </a:prstGeom>
        </p:spPr>
      </p:pic>
      <p:sp>
        <p:nvSpPr>
          <p:cNvPr id="11" name="Flowchart: Punched Tape 10">
            <a:extLst>
              <a:ext uri="{FF2B5EF4-FFF2-40B4-BE49-F238E27FC236}">
                <a16:creationId xmlns:a16="http://schemas.microsoft.com/office/drawing/2014/main" id="{82F4B141-3D47-CF5C-F926-8E5D64A9A316}"/>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BEACE618-E2ED-BD42-A4FA-59ED74D1C5D5}"/>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D34C4F83-FA65-7605-994C-F1E74B25BE78}"/>
              </a:ext>
            </a:extLst>
          </p:cNvPr>
          <p:cNvGrpSpPr>
            <a:grpSpLocks noGrp="1" noUngrp="1" noRot="1" noMove="1" noResize="1"/>
          </p:cNvGrpSpPr>
          <p:nvPr/>
        </p:nvGrpSpPr>
        <p:grpSpPr>
          <a:xfrm>
            <a:off x="86945" y="6267040"/>
            <a:ext cx="418897" cy="418897"/>
            <a:chOff x="86945" y="6267040"/>
            <a:chExt cx="418897" cy="418897"/>
          </a:xfrm>
        </p:grpSpPr>
        <p:sp>
          <p:nvSpPr>
            <p:cNvPr id="4" name="Rectangle 3">
              <a:extLst>
                <a:ext uri="{FF2B5EF4-FFF2-40B4-BE49-F238E27FC236}">
                  <a16:creationId xmlns:a16="http://schemas.microsoft.com/office/drawing/2014/main" id="{071608F1-2D4B-C9CE-B6BA-17895AA732C4}"/>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EF4B5842-DB4B-842A-01CC-B26FB5E56989}"/>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024501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12C05-EE23-A853-3F25-73A9AAA4ADC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AEE3115-A1E8-5AC7-AAB7-4D5959E07FD6}"/>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60F32D4F-BD90-2EE1-F426-8872763FB772}"/>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7. Combine data from three tables: customer, order, and payment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44045DD0-643E-D9BE-26EB-AAD885BC8CC5}"/>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1463" b="1" dirty="0">
                <a:highlight>
                  <a:srgbClr val="00FF00"/>
                </a:highlight>
              </a:rPr>
              <a:t>select c.customer_id, c.name, o.order_id, o.order_date, o.total_amount, p.payment_id, p.payment_date, p.amount_paid, p.methodfrom customers as c inner join orders as o on c.customer_id = o.customer_id inner join payments as p on o.order_id = p.order_id order by o.order_id asc;</a:t>
            </a:r>
          </a:p>
        </p:txBody>
      </p:sp>
      <p:sp>
        <p:nvSpPr>
          <p:cNvPr id="9" name="Oval 8">
            <a:extLst>
              <a:ext uri="{FF2B5EF4-FFF2-40B4-BE49-F238E27FC236}">
                <a16:creationId xmlns:a16="http://schemas.microsoft.com/office/drawing/2014/main" id="{FD1E86F1-E8BC-0D5C-59FA-02EA4A185E9D}"/>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507D69DE-ACE1-3B22-CC19-C388C10BFA55}"/>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ABD56F7A-54D4-1C52-051A-C7ABA2523C7D}"/>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73864887-FC4E-6004-4086-3D48A55EC32D}"/>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158D7725-FB0C-C76C-35B1-0289CCB71773}"/>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C3E0D087-C0DD-0BB7-B9FC-54097C3787C0}"/>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LEVEL:4</a:t>
            </a:r>
          </a:p>
        </p:txBody>
      </p:sp>
      <p:pic>
        <p:nvPicPr>
          <p:cNvPr id="14" name="Picture 13">
            <a:extLst>
              <a:ext uri="{FF2B5EF4-FFF2-40B4-BE49-F238E27FC236}">
                <a16:creationId xmlns:a16="http://schemas.microsoft.com/office/drawing/2014/main" id="{7EA1688B-04FB-1010-7528-0E77228C2CF3}"/>
              </a:ext>
            </a:extLst>
          </p:cNvPr>
          <p:cNvPicPr>
            <a:picLocks noGrp="1" noRot="1" noChangeAspect="1" noMove="1" noResize="1" noEditPoints="1" noAdjustHandles="1" noChangeArrowheads="1" noChangeShapeType="1" noCrop="1"/>
          </p:cNvPicPr>
          <p:nvPr/>
        </p:nvPicPr>
        <p:blipFill>
          <a:blip r:embed="rId4"/>
          <a:stretch>
            <a:fillRect/>
          </a:stretch>
        </p:blipFill>
        <p:spPr>
          <a:xfrm>
            <a:off x="4523336" y="2798849"/>
            <a:ext cx="5170693" cy="2594236"/>
          </a:xfrm>
          <a:prstGeom prst="rect">
            <a:avLst/>
          </a:prstGeom>
        </p:spPr>
      </p:pic>
      <p:sp>
        <p:nvSpPr>
          <p:cNvPr id="11" name="Flowchart: Punched Tape 10">
            <a:extLst>
              <a:ext uri="{FF2B5EF4-FFF2-40B4-BE49-F238E27FC236}">
                <a16:creationId xmlns:a16="http://schemas.microsoft.com/office/drawing/2014/main" id="{A6158A39-EA87-3D07-2360-51F4AE9129BF}"/>
              </a:ext>
            </a:extLst>
          </p:cNvPr>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445EBF99-C0B4-4F67-4ED4-7ADF00E9FE09}"/>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5ECB556F-96C8-2995-042D-A4E199AB06D5}"/>
              </a:ext>
            </a:extLst>
          </p:cNvPr>
          <p:cNvGrpSpPr>
            <a:grpSpLocks noGrp="1" noUngrp="1" noRot="1" noMove="1" noResize="1"/>
          </p:cNvGrpSpPr>
          <p:nvPr/>
        </p:nvGrpSpPr>
        <p:grpSpPr>
          <a:xfrm>
            <a:off x="86945" y="6267040"/>
            <a:ext cx="418897" cy="418897"/>
            <a:chOff x="86945" y="6267040"/>
            <a:chExt cx="418897" cy="418897"/>
          </a:xfrm>
        </p:grpSpPr>
        <p:sp>
          <p:nvSpPr>
            <p:cNvPr id="4" name="Rectangle 3">
              <a:extLst>
                <a:ext uri="{FF2B5EF4-FFF2-40B4-BE49-F238E27FC236}">
                  <a16:creationId xmlns:a16="http://schemas.microsoft.com/office/drawing/2014/main" id="{A09E0E43-3199-4113-D4DE-6C3AA60BCFDC}"/>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EB10690C-C12B-794C-9083-115825E82D9B}"/>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551972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1E649-50F8-0012-84DA-3690A0A915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94F90CD-BC29-5695-09FB-42F06A85402E}"/>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19392ABA-624F-932A-9569-C6AB9069EDF8}"/>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1. List all products priced above the average product price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6D5A49A9-E523-E99E-0198-355C6F1080D3}"/>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products where price &gt; (select avg(price) from products);</a:t>
            </a:r>
            <a:endParaRPr lang="en-IN" sz="1463" b="1" dirty="0">
              <a:highlight>
                <a:srgbClr val="00FF00"/>
              </a:highlight>
            </a:endParaRPr>
          </a:p>
        </p:txBody>
      </p:sp>
      <p:sp>
        <p:nvSpPr>
          <p:cNvPr id="9" name="Oval 8">
            <a:extLst>
              <a:ext uri="{FF2B5EF4-FFF2-40B4-BE49-F238E27FC236}">
                <a16:creationId xmlns:a16="http://schemas.microsoft.com/office/drawing/2014/main" id="{C2F08057-38BE-7FE1-685C-A6B602AD95DB}"/>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F14A0BDC-629F-3ADC-3F29-02D188E8FAE4}"/>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6DD8F0CC-518B-03AC-45C1-8438EB56D23C}"/>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B877C435-A40F-2A64-CBC5-83196E00D007}"/>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9C5FBD34-04EE-3A41-DE7A-311E16694338}"/>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2843C18B-1136-E14E-55CF-5C637AA34B04}"/>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LEVEL:5</a:t>
            </a:r>
          </a:p>
        </p:txBody>
      </p:sp>
      <p:pic>
        <p:nvPicPr>
          <p:cNvPr id="4" name="Picture 3">
            <a:extLst>
              <a:ext uri="{FF2B5EF4-FFF2-40B4-BE49-F238E27FC236}">
                <a16:creationId xmlns:a16="http://schemas.microsoft.com/office/drawing/2014/main" id="{FCC5F984-C85E-9A22-E749-3513ADA821DF}"/>
              </a:ext>
            </a:extLst>
          </p:cNvPr>
          <p:cNvPicPr>
            <a:picLocks noGrp="1" noRot="1" noChangeAspect="1" noMove="1" noResize="1" noEditPoints="1" noAdjustHandles="1" noChangeArrowheads="1" noChangeShapeType="1" noCrop="1"/>
          </p:cNvPicPr>
          <p:nvPr/>
        </p:nvPicPr>
        <p:blipFill>
          <a:blip r:embed="rId4"/>
          <a:stretch>
            <a:fillRect/>
          </a:stretch>
        </p:blipFill>
        <p:spPr>
          <a:xfrm>
            <a:off x="4553567" y="2809634"/>
            <a:ext cx="5160704" cy="2620269"/>
          </a:xfrm>
          <a:prstGeom prst="rect">
            <a:avLst/>
          </a:prstGeom>
        </p:spPr>
      </p:pic>
      <p:sp>
        <p:nvSpPr>
          <p:cNvPr id="14" name="Flowchart: Punched Tape 13">
            <a:extLst>
              <a:ext uri="{FF2B5EF4-FFF2-40B4-BE49-F238E27FC236}">
                <a16:creationId xmlns:a16="http://schemas.microsoft.com/office/drawing/2014/main" id="{96000779-DD2D-6655-00F9-FC9CDEB5B370}"/>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F964BB97-E883-C369-5CB8-C7137494A347}"/>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6EFC9DC3-76B1-A831-0CDD-33F3FE2DF8AB}"/>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D7D6D37C-28D2-35C9-8A72-9868BC4381E8}"/>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DE6D10DC-4E69-E035-4B61-064F898A15EB}"/>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42476632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AD177-A47D-4703-63E6-A5BF133D33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739FBB5-3012-FB68-619A-90102BF07154}"/>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314D7B02-ED2D-DD70-1A8D-5B74434345A8}"/>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2. Find customers who have placed at least one order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DD517583-B2C7-D183-2131-D978D8C232AA}"/>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customers where customer_id in (select customer_id  from  orders group by customer_id having count(order_id) &gt;=1);</a:t>
            </a:r>
            <a:endParaRPr lang="en-IN" sz="1463" b="1" dirty="0">
              <a:highlight>
                <a:srgbClr val="00FF00"/>
              </a:highlight>
            </a:endParaRPr>
          </a:p>
        </p:txBody>
      </p:sp>
      <p:sp>
        <p:nvSpPr>
          <p:cNvPr id="9" name="Oval 8">
            <a:extLst>
              <a:ext uri="{FF2B5EF4-FFF2-40B4-BE49-F238E27FC236}">
                <a16:creationId xmlns:a16="http://schemas.microsoft.com/office/drawing/2014/main" id="{2478D547-C055-66FB-37D1-FC1717866915}"/>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8C70C47E-273D-97B1-7EE2-63D8BE2F67D3}"/>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D1D26C8B-DA9A-5445-E639-03B162F1DC6C}"/>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D4A5FC8B-789C-DFCD-D43B-42F185CBD839}"/>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E7FD917A-142C-F8FD-AB6E-B177A4384C8C}"/>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5B0D015B-5DD4-597D-0169-C2B06719184B}"/>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LEVEL:5</a:t>
            </a:r>
          </a:p>
        </p:txBody>
      </p:sp>
      <p:pic>
        <p:nvPicPr>
          <p:cNvPr id="4" name="Picture 3">
            <a:extLst>
              <a:ext uri="{FF2B5EF4-FFF2-40B4-BE49-F238E27FC236}">
                <a16:creationId xmlns:a16="http://schemas.microsoft.com/office/drawing/2014/main" id="{83FAEB64-03C8-5163-1808-76D02523AA5E}"/>
              </a:ext>
            </a:extLst>
          </p:cNvPr>
          <p:cNvPicPr>
            <a:picLocks noGrp="1" noRot="1" noChangeAspect="1" noMove="1" noResize="1" noEditPoints="1" noAdjustHandles="1" noChangeArrowheads="1" noChangeShapeType="1" noCrop="1"/>
          </p:cNvPicPr>
          <p:nvPr/>
        </p:nvPicPr>
        <p:blipFill>
          <a:blip r:embed="rId4"/>
          <a:stretch>
            <a:fillRect/>
          </a:stretch>
        </p:blipFill>
        <p:spPr>
          <a:xfrm>
            <a:off x="4599312" y="2736705"/>
            <a:ext cx="5018742" cy="2693194"/>
          </a:xfrm>
          <a:prstGeom prst="rect">
            <a:avLst/>
          </a:prstGeom>
        </p:spPr>
      </p:pic>
      <p:sp>
        <p:nvSpPr>
          <p:cNvPr id="14" name="Flowchart: Punched Tape 13">
            <a:extLst>
              <a:ext uri="{FF2B5EF4-FFF2-40B4-BE49-F238E27FC236}">
                <a16:creationId xmlns:a16="http://schemas.microsoft.com/office/drawing/2014/main" id="{D790CFE0-0C18-3D5A-1717-493933A1ADE4}"/>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4E44D642-B5EE-9244-C587-D8ABA47EAEA8}"/>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458568E7-0FC3-889E-641D-7CEA59D08C16}"/>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BCF720F1-20EC-A518-0E8E-FBE5102734AD}"/>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E19CE7A3-B0AB-5CD2-B080-436389EA3B86}"/>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4498679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AA5B5-317B-BAD9-55B4-1C61B8E933B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8E08F9-35E0-33D1-8D2F-3780E6D974F0}"/>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BF084BB7-F9EC-E588-A5B2-4453D0EFB238}"/>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3. Show orders whose total amount is above the average for that customer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9111BC1E-37E7-347F-E557-9071CC334B2F}"/>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1463" b="1" dirty="0">
                <a:highlight>
                  <a:srgbClr val="00FF00"/>
                </a:highlight>
              </a:rPr>
              <a:t>with t as (select customer_id  , avg(total_amount) as avg_amount_ from  orders group by customer_id)</a:t>
            </a:r>
          </a:p>
          <a:p>
            <a:r>
              <a:rPr lang="en-IN" sz="1463" b="1" dirty="0">
                <a:highlight>
                  <a:srgbClr val="00FF00"/>
                </a:highlight>
              </a:rPr>
              <a:t>select o.customer_id, o.order_id , o.total_amount from orders as o inner join t on o.customer_id = t.customer_id where  o.total_amount &gt; t.avg_amount_;</a:t>
            </a:r>
          </a:p>
        </p:txBody>
      </p:sp>
      <p:sp>
        <p:nvSpPr>
          <p:cNvPr id="9" name="Oval 8">
            <a:extLst>
              <a:ext uri="{FF2B5EF4-FFF2-40B4-BE49-F238E27FC236}">
                <a16:creationId xmlns:a16="http://schemas.microsoft.com/office/drawing/2014/main" id="{EF3F577C-04C1-D828-E3A7-92E3E89BD123}"/>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72A82544-75C9-1539-8417-BF7A59EEC837}"/>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p>
        </p:txBody>
      </p:sp>
      <p:sp>
        <p:nvSpPr>
          <p:cNvPr id="10" name="Oval 9">
            <a:extLst>
              <a:ext uri="{FF2B5EF4-FFF2-40B4-BE49-F238E27FC236}">
                <a16:creationId xmlns:a16="http://schemas.microsoft.com/office/drawing/2014/main" id="{E0C22653-B8AF-7F15-AA7B-2C8EBFB7BA84}"/>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90B4246D-1708-C567-F177-4BEB35CAE77C}"/>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80117922-F153-6635-D4DD-440FC7CB7CD9}"/>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D48F3F92-19D7-7FC8-41E7-1166DC41F354}"/>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LEVEL:5</a:t>
            </a:r>
          </a:p>
        </p:txBody>
      </p:sp>
      <p:pic>
        <p:nvPicPr>
          <p:cNvPr id="4" name="Picture 3">
            <a:extLst>
              <a:ext uri="{FF2B5EF4-FFF2-40B4-BE49-F238E27FC236}">
                <a16:creationId xmlns:a16="http://schemas.microsoft.com/office/drawing/2014/main" id="{D3C2475C-CAF0-721D-F07F-3DF3A9C9D176}"/>
              </a:ext>
            </a:extLst>
          </p:cNvPr>
          <p:cNvPicPr>
            <a:picLocks noGrp="1" noRot="1" noChangeAspect="1" noMove="1" noResize="1" noEditPoints="1" noAdjustHandles="1" noChangeArrowheads="1" noChangeShapeType="1" noCrop="1"/>
          </p:cNvPicPr>
          <p:nvPr/>
        </p:nvPicPr>
        <p:blipFill>
          <a:blip r:embed="rId4"/>
          <a:stretch>
            <a:fillRect/>
          </a:stretch>
        </p:blipFill>
        <p:spPr>
          <a:xfrm>
            <a:off x="5412821" y="2722960"/>
            <a:ext cx="3391718" cy="2746014"/>
          </a:xfrm>
          <a:prstGeom prst="rect">
            <a:avLst/>
          </a:prstGeom>
        </p:spPr>
      </p:pic>
      <p:sp>
        <p:nvSpPr>
          <p:cNvPr id="14" name="Flowchart: Punched Tape 13">
            <a:extLst>
              <a:ext uri="{FF2B5EF4-FFF2-40B4-BE49-F238E27FC236}">
                <a16:creationId xmlns:a16="http://schemas.microsoft.com/office/drawing/2014/main" id="{0169FA1B-44D4-DB4B-DD95-FF18B3D0A620}"/>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881121CC-6599-5000-7B80-85B7C0A5EBF7}"/>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D31822C0-9C3A-D8A4-0A37-063C8ED8F75A}"/>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65496884-76F0-A595-C40A-3DD85DF8A896}"/>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3DBEF6EC-81F9-73EC-CF35-488EFD5634EC}"/>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3470439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E228D-0D83-B479-7CF0-F6841797881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C3A3812-6C55-A0DE-E32A-823B98EEB50C}"/>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6F7D6335-A2FD-B9CE-CEC5-17E5CDA495BE}"/>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4. Display customers who haven’t placed any orders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0BCF4AEB-0C55-6699-38E9-255FFAE41FE9}"/>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CUSTOMERS WHERE CUSTOMER_ID  NOT IN (SELECT CUSTOMER_ID FROM ORDERS );</a:t>
            </a:r>
          </a:p>
        </p:txBody>
      </p:sp>
      <p:sp>
        <p:nvSpPr>
          <p:cNvPr id="9" name="Oval 8">
            <a:extLst>
              <a:ext uri="{FF2B5EF4-FFF2-40B4-BE49-F238E27FC236}">
                <a16:creationId xmlns:a16="http://schemas.microsoft.com/office/drawing/2014/main" id="{6C4A4CB7-F390-8A9A-9BFA-04C51376E1D5}"/>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65CDA7BF-84CC-F172-B8BF-5F295FAFD91A}"/>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92DDC21B-661F-691F-77AD-8A325525DF7B}"/>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70F6783A-E374-0A26-F7F4-0A2F8EAFCAAD}"/>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CB01369C-285A-4D6E-F825-04C34AB1FC67}"/>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1C3DE85A-C887-F720-67A0-145D900EB3C8}"/>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LEVEL:5</a:t>
            </a:r>
          </a:p>
        </p:txBody>
      </p:sp>
      <p:sp>
        <p:nvSpPr>
          <p:cNvPr id="4" name="TextBox 3">
            <a:extLst>
              <a:ext uri="{FF2B5EF4-FFF2-40B4-BE49-F238E27FC236}">
                <a16:creationId xmlns:a16="http://schemas.microsoft.com/office/drawing/2014/main" id="{EFB50ACA-B6BE-9F49-8C40-70589F1FFA30}"/>
              </a:ext>
            </a:extLst>
          </p:cNvPr>
          <p:cNvSpPr txBox="1">
            <a:spLocks noGrp="1" noRot="1" noMove="1" noResize="1" noEditPoints="1" noAdjustHandles="1" noChangeArrowheads="1" noChangeShapeType="1"/>
          </p:cNvSpPr>
          <p:nvPr/>
        </p:nvSpPr>
        <p:spPr>
          <a:xfrm>
            <a:off x="5432323" y="4786305"/>
            <a:ext cx="5016910" cy="317459"/>
          </a:xfrm>
          <a:prstGeom prst="rect">
            <a:avLst/>
          </a:prstGeom>
          <a:noFill/>
        </p:spPr>
        <p:txBody>
          <a:bodyPr wrap="square">
            <a:spAutoFit/>
          </a:bodyPr>
          <a:lstStyle/>
          <a:p>
            <a:r>
              <a:rPr lang="en-US" sz="1463" b="1" dirty="0">
                <a:highlight>
                  <a:srgbClr val="00FF00"/>
                </a:highlight>
              </a:rPr>
              <a:t>ALL CUSTOMERS HAVE PLACED ORDER</a:t>
            </a:r>
            <a:endParaRPr lang="en-IN" sz="1463" b="1" dirty="0">
              <a:highlight>
                <a:srgbClr val="00FF00"/>
              </a:highlight>
            </a:endParaRPr>
          </a:p>
        </p:txBody>
      </p:sp>
      <p:pic>
        <p:nvPicPr>
          <p:cNvPr id="14" name="Picture 13">
            <a:extLst>
              <a:ext uri="{FF2B5EF4-FFF2-40B4-BE49-F238E27FC236}">
                <a16:creationId xmlns:a16="http://schemas.microsoft.com/office/drawing/2014/main" id="{0EC3D7BF-6AD5-579E-710D-98B4559B4DFF}"/>
              </a:ext>
            </a:extLst>
          </p:cNvPr>
          <p:cNvPicPr>
            <a:picLocks noGrp="1" noRot="1" noChangeAspect="1" noMove="1" noResize="1" noEditPoints="1" noAdjustHandles="1" noChangeArrowheads="1" noChangeShapeType="1" noCrop="1"/>
          </p:cNvPicPr>
          <p:nvPr/>
        </p:nvPicPr>
        <p:blipFill>
          <a:blip r:embed="rId4"/>
          <a:stretch>
            <a:fillRect/>
          </a:stretch>
        </p:blipFill>
        <p:spPr>
          <a:xfrm>
            <a:off x="5101629" y="3073259"/>
            <a:ext cx="3776990" cy="711486"/>
          </a:xfrm>
          <a:prstGeom prst="rect">
            <a:avLst/>
          </a:prstGeom>
        </p:spPr>
      </p:pic>
      <p:sp>
        <p:nvSpPr>
          <p:cNvPr id="15" name="Flowchart: Punched Tape 14">
            <a:extLst>
              <a:ext uri="{FF2B5EF4-FFF2-40B4-BE49-F238E27FC236}">
                <a16:creationId xmlns:a16="http://schemas.microsoft.com/office/drawing/2014/main" id="{68B95041-6800-0190-8E4A-B8DB8D2B9A72}"/>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6" name="Arrow: Pentagon 15">
            <a:extLst>
              <a:ext uri="{FF2B5EF4-FFF2-40B4-BE49-F238E27FC236}">
                <a16:creationId xmlns:a16="http://schemas.microsoft.com/office/drawing/2014/main" id="{D68FA0F8-E266-6CC0-12F0-E316AC45860F}"/>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510E1F8B-B23E-ABEA-D128-B0358A9FA044}"/>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BC31C5AE-6A33-4357-B964-51839003E8DF}"/>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7" name="Picture 16">
              <a:hlinkClick r:id="rId5"/>
              <a:extLst>
                <a:ext uri="{FF2B5EF4-FFF2-40B4-BE49-F238E27FC236}">
                  <a16:creationId xmlns:a16="http://schemas.microsoft.com/office/drawing/2014/main" id="{B7FD53DA-5D4F-CB9C-7919-0D6DBCFCEE24}"/>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2783011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80C20-E270-E70E-681C-B99C854C10E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047371A-EBC8-23A1-169D-44A64BB31D2E}"/>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40B6BEEE-AC47-4C63-7DA7-77EA2A79DB68}"/>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5. Show products that were never ordered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B9E97E94-0FE8-693A-85A0-1625122373A9}"/>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 from products where product_id not in (select product_id from order_items); </a:t>
            </a:r>
            <a:endParaRPr lang="en-IN" sz="1463" b="1" dirty="0">
              <a:highlight>
                <a:srgbClr val="00FF00"/>
              </a:highlight>
            </a:endParaRPr>
          </a:p>
        </p:txBody>
      </p:sp>
      <p:sp>
        <p:nvSpPr>
          <p:cNvPr id="9" name="Oval 8">
            <a:extLst>
              <a:ext uri="{FF2B5EF4-FFF2-40B4-BE49-F238E27FC236}">
                <a16:creationId xmlns:a16="http://schemas.microsoft.com/office/drawing/2014/main" id="{0C56ADDB-C8A5-A9F3-A4F4-260407D5D2FE}"/>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0EC7C915-C14D-13B9-D162-0A1C6C0616BE}"/>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B092E4F3-95E6-B4A5-7DA5-CAE74C49C7B4}"/>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C94E9C48-8671-C47C-661B-039794D537E7}"/>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63" b="1" dirty="0">
                <a:highlight>
                  <a:srgbClr val="00FF00"/>
                </a:highlight>
              </a:rPr>
              <a:t>ALL PRODUCTS HAS BEEN ORDERED</a:t>
            </a:r>
            <a:endParaRPr lang="en-IN" sz="1463" dirty="0"/>
          </a:p>
        </p:txBody>
      </p:sp>
      <p:sp>
        <p:nvSpPr>
          <p:cNvPr id="13" name="Rectangle: Rounded Corners 12">
            <a:extLst>
              <a:ext uri="{FF2B5EF4-FFF2-40B4-BE49-F238E27FC236}">
                <a16:creationId xmlns:a16="http://schemas.microsoft.com/office/drawing/2014/main" id="{F23DAA76-66CB-3558-70F3-E02E9DD54314}"/>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EF4CCF6C-D7ED-C918-D53C-C11B125629A4}"/>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LEVEL:5</a:t>
            </a:r>
          </a:p>
        </p:txBody>
      </p:sp>
      <p:pic>
        <p:nvPicPr>
          <p:cNvPr id="4" name="Picture 3">
            <a:extLst>
              <a:ext uri="{FF2B5EF4-FFF2-40B4-BE49-F238E27FC236}">
                <a16:creationId xmlns:a16="http://schemas.microsoft.com/office/drawing/2014/main" id="{E473E965-810C-2CB6-A036-891F7E81C220}"/>
              </a:ext>
            </a:extLst>
          </p:cNvPr>
          <p:cNvPicPr>
            <a:picLocks noGrp="1" noRot="1" noChangeAspect="1" noMove="1" noResize="1" noEditPoints="1" noAdjustHandles="1" noChangeArrowheads="1" noChangeShapeType="1" noCrop="1"/>
          </p:cNvPicPr>
          <p:nvPr/>
        </p:nvPicPr>
        <p:blipFill>
          <a:blip r:embed="rId4"/>
          <a:stretch>
            <a:fillRect/>
          </a:stretch>
        </p:blipFill>
        <p:spPr>
          <a:xfrm>
            <a:off x="4808571" y="3131220"/>
            <a:ext cx="4709070" cy="595567"/>
          </a:xfrm>
          <a:prstGeom prst="rect">
            <a:avLst/>
          </a:prstGeom>
        </p:spPr>
      </p:pic>
      <p:sp>
        <p:nvSpPr>
          <p:cNvPr id="14" name="Flowchart: Punched Tape 13">
            <a:extLst>
              <a:ext uri="{FF2B5EF4-FFF2-40B4-BE49-F238E27FC236}">
                <a16:creationId xmlns:a16="http://schemas.microsoft.com/office/drawing/2014/main" id="{54EEB676-0398-FADF-6F9B-4FD4043D4C5A}"/>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581322CA-5BBE-48F0-C4A2-62554D75434F}"/>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4081CAB6-E2DB-4859-9F52-55755AAD3952}"/>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E0DACD34-F994-8BF4-B99B-B0887B34FD19}"/>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BA6BA8DB-C6FC-A4D4-7A62-1D497EAA0282}"/>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301567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9C9AF-B110-DC7B-B6EB-195570A7581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88368E0-FDF5-AC4A-B2D1-5FE114466377}"/>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7804454B-423C-3D6D-8AB8-23560DE61C95}"/>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6. Show highest value order per customer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8CDE0F56-E343-C0E2-EF0D-E1CF5C40BEF1}"/>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customer_id ,order_id, total_amount from orders as o1 where total_amount = (select max(total_amount) from orders as o2 where o1.customer_id = o2.customer_id) order by customer_id;</a:t>
            </a:r>
            <a:endParaRPr lang="en-IN" sz="1463" b="1" dirty="0">
              <a:highlight>
                <a:srgbClr val="00FF00"/>
              </a:highlight>
            </a:endParaRPr>
          </a:p>
        </p:txBody>
      </p:sp>
      <p:sp>
        <p:nvSpPr>
          <p:cNvPr id="9" name="Oval 8">
            <a:extLst>
              <a:ext uri="{FF2B5EF4-FFF2-40B4-BE49-F238E27FC236}">
                <a16:creationId xmlns:a16="http://schemas.microsoft.com/office/drawing/2014/main" id="{7E77AE87-B74C-92E2-0A3B-3486CA281854}"/>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D39B80A0-973A-EFB5-7A13-7317ACFFE01C}"/>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D1A78A2A-F743-B79E-3768-C34CAC067C72}"/>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BA101297-B6CB-1C2E-5B78-BDB4036D06BB}"/>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D1864F8B-123C-6733-CACC-7495ECC5996F}"/>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B4880B99-5003-0316-0006-50264EE1707E}"/>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LEVEL:5</a:t>
            </a:r>
          </a:p>
        </p:txBody>
      </p:sp>
      <p:pic>
        <p:nvPicPr>
          <p:cNvPr id="4" name="Picture 3">
            <a:extLst>
              <a:ext uri="{FF2B5EF4-FFF2-40B4-BE49-F238E27FC236}">
                <a16:creationId xmlns:a16="http://schemas.microsoft.com/office/drawing/2014/main" id="{F6DFE171-310D-F1BD-E2AD-898B766C070A}"/>
              </a:ext>
            </a:extLst>
          </p:cNvPr>
          <p:cNvPicPr>
            <a:picLocks noGrp="1" noRot="1" noChangeAspect="1" noMove="1" noResize="1" noEditPoints="1" noAdjustHandles="1" noChangeArrowheads="1" noChangeShapeType="1" noCrop="1"/>
          </p:cNvPicPr>
          <p:nvPr/>
        </p:nvPicPr>
        <p:blipFill>
          <a:blip r:embed="rId4"/>
          <a:stretch>
            <a:fillRect/>
          </a:stretch>
        </p:blipFill>
        <p:spPr>
          <a:xfrm>
            <a:off x="5250296" y="2736710"/>
            <a:ext cx="3716773" cy="2991735"/>
          </a:xfrm>
          <a:prstGeom prst="rect">
            <a:avLst/>
          </a:prstGeom>
        </p:spPr>
      </p:pic>
      <p:sp>
        <p:nvSpPr>
          <p:cNvPr id="14" name="Flowchart: Punched Tape 13">
            <a:extLst>
              <a:ext uri="{FF2B5EF4-FFF2-40B4-BE49-F238E27FC236}">
                <a16:creationId xmlns:a16="http://schemas.microsoft.com/office/drawing/2014/main" id="{4CA2B4D4-8DCB-8DC8-5533-74941B0AACEB}"/>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35875DF7-B470-34C0-FAC4-1F166054C17F}"/>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A9030F68-A2E1-F0FE-9DCD-999840531A8E}"/>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35BDDDB1-F91B-C509-0820-711744D7B6CE}"/>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1D42CB1E-BA24-467A-61FE-CDE0BBAB7B04}"/>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21266186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288C1-943C-0DD8-A91B-21D536B080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F29D61D-AC1E-9D09-8ACE-4756220FF723}"/>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D48E6134-02D4-1E70-5FD0-A90A3524FFA7}"/>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IN" sz="1463" dirty="0">
              <a:highlight>
                <a:srgbClr val="FFFF00"/>
              </a:highlight>
            </a:endParaRPr>
          </a:p>
          <a:p>
            <a:r>
              <a:rPr lang="en-US" sz="1463" b="1" dirty="0">
                <a:highlight>
                  <a:srgbClr val="FFFF00"/>
                </a:highlight>
              </a:rPr>
              <a:t>7. Highest Order Per Customer (Including Names)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EEA4402C-C5FB-4941-7272-CEF14DF198D1}"/>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with t as ( select customer_id,  max(total_amount) as Highest_Order from orders as o2 group by customer_id )</a:t>
            </a:r>
          </a:p>
          <a:p>
            <a:r>
              <a:rPr lang="en-US" sz="1463" b="1" dirty="0">
                <a:highlight>
                  <a:srgbClr val="00FF00"/>
                </a:highlight>
              </a:rPr>
              <a:t>select c.customer_id, c.name, t.Highest_Order from customers as c join t on t.customer_id = c.customer_id;</a:t>
            </a:r>
            <a:endParaRPr lang="en-IN" sz="1463" b="1" dirty="0">
              <a:highlight>
                <a:srgbClr val="00FF00"/>
              </a:highlight>
            </a:endParaRPr>
          </a:p>
        </p:txBody>
      </p:sp>
      <p:sp>
        <p:nvSpPr>
          <p:cNvPr id="9" name="Oval 8">
            <a:extLst>
              <a:ext uri="{FF2B5EF4-FFF2-40B4-BE49-F238E27FC236}">
                <a16:creationId xmlns:a16="http://schemas.microsoft.com/office/drawing/2014/main" id="{D8E16C8C-0599-6EED-C00D-836BDD577AE8}"/>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5B62E734-CD7E-6912-9572-8BA020BD2B89}"/>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10C5253E-4AB2-A138-DEDD-5A16FB357D5E}"/>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F0DD25D5-F757-B5FA-0B2E-617E00BB80FE}"/>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386461FC-22C6-4752-F502-918060837DFE}"/>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648AE94C-2E3C-D554-45B7-5589B6F80A1A}"/>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LEVEL:5</a:t>
            </a:r>
          </a:p>
        </p:txBody>
      </p:sp>
      <p:pic>
        <p:nvPicPr>
          <p:cNvPr id="4" name="Picture 3">
            <a:extLst>
              <a:ext uri="{FF2B5EF4-FFF2-40B4-BE49-F238E27FC236}">
                <a16:creationId xmlns:a16="http://schemas.microsoft.com/office/drawing/2014/main" id="{F2170995-E4D1-6C5E-E70A-90C3920B4C5C}"/>
              </a:ext>
            </a:extLst>
          </p:cNvPr>
          <p:cNvPicPr>
            <a:picLocks noGrp="1" noRot="1" noChangeAspect="1" noMove="1" noResize="1" noEditPoints="1" noAdjustHandles="1" noChangeArrowheads="1" noChangeShapeType="1" noCrop="1"/>
          </p:cNvPicPr>
          <p:nvPr/>
        </p:nvPicPr>
        <p:blipFill>
          <a:blip r:embed="rId4"/>
          <a:stretch>
            <a:fillRect/>
          </a:stretch>
        </p:blipFill>
        <p:spPr>
          <a:xfrm>
            <a:off x="5382172" y="2736710"/>
            <a:ext cx="3453021" cy="2776955"/>
          </a:xfrm>
          <a:prstGeom prst="rect">
            <a:avLst/>
          </a:prstGeom>
        </p:spPr>
      </p:pic>
      <p:sp>
        <p:nvSpPr>
          <p:cNvPr id="14" name="Flowchart: Punched Tape 13">
            <a:extLst>
              <a:ext uri="{FF2B5EF4-FFF2-40B4-BE49-F238E27FC236}">
                <a16:creationId xmlns:a16="http://schemas.microsoft.com/office/drawing/2014/main" id="{C8C9332A-4BAF-4612-47CC-91A9B0A53B86}"/>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96ABDD3C-0269-BA8F-1E12-B4206EECF029}"/>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937EC409-9601-33FA-EC9B-7B8ADF5AFAA9}"/>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3473DA9D-929B-4F18-86DB-7236836B293E}"/>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1CC8FE2B-5C20-7D84-608D-4D9528B13F05}"/>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14937719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298C9-5C53-327D-FA45-09CD3E7B39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DC1B119-740B-1DF2-9B54-264F2D05BBE2}"/>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B3B69B95-6D3A-7F48-BCEC-4322DECAFF10}"/>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1. List all customers who have either placed an order or written a product review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025394EC-8A34-B34A-27DF-3C43A0B7D2DB}"/>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customer_id, name from customers where customer_id in (select customer_id from customers union select customer_id from product_reviews);</a:t>
            </a:r>
            <a:endParaRPr lang="en-IN" sz="1463" b="1" dirty="0">
              <a:highlight>
                <a:srgbClr val="00FF00"/>
              </a:highlight>
            </a:endParaRPr>
          </a:p>
        </p:txBody>
      </p:sp>
      <p:sp>
        <p:nvSpPr>
          <p:cNvPr id="9" name="Oval 8">
            <a:extLst>
              <a:ext uri="{FF2B5EF4-FFF2-40B4-BE49-F238E27FC236}">
                <a16:creationId xmlns:a16="http://schemas.microsoft.com/office/drawing/2014/main" id="{571E8815-44F4-2B00-591D-5DAB440665A5}"/>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7ED0BBA1-14F9-C7BD-9FD6-1F45FD77FF0B}"/>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E5659271-E296-8B83-F102-0189B988B5EF}"/>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F37E1D19-AAD3-734D-B418-DE04F23373ED}"/>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E2401F32-9F5F-715B-6B0E-947CE9BF0F7C}"/>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8E802567-AC5C-3122-91D1-74DC0CBD0A2B}"/>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LEVEL:6</a:t>
            </a:r>
          </a:p>
        </p:txBody>
      </p:sp>
      <p:pic>
        <p:nvPicPr>
          <p:cNvPr id="4" name="Picture 3">
            <a:extLst>
              <a:ext uri="{FF2B5EF4-FFF2-40B4-BE49-F238E27FC236}">
                <a16:creationId xmlns:a16="http://schemas.microsoft.com/office/drawing/2014/main" id="{D1FCA08C-E0C2-2125-C9A5-D568376DD9BD}"/>
              </a:ext>
            </a:extLst>
          </p:cNvPr>
          <p:cNvPicPr>
            <a:picLocks noGrp="1" noRot="1" noChangeAspect="1" noMove="1" noResize="1" noEditPoints="1" noAdjustHandles="1" noChangeArrowheads="1" noChangeShapeType="1" noCrop="1"/>
          </p:cNvPicPr>
          <p:nvPr/>
        </p:nvPicPr>
        <p:blipFill>
          <a:blip r:embed="rId4"/>
          <a:stretch>
            <a:fillRect/>
          </a:stretch>
        </p:blipFill>
        <p:spPr>
          <a:xfrm>
            <a:off x="5325109" y="2736705"/>
            <a:ext cx="3567142" cy="2978996"/>
          </a:xfrm>
          <a:prstGeom prst="rect">
            <a:avLst/>
          </a:prstGeom>
        </p:spPr>
      </p:pic>
      <p:sp>
        <p:nvSpPr>
          <p:cNvPr id="14" name="Flowchart: Punched Tape 13">
            <a:extLst>
              <a:ext uri="{FF2B5EF4-FFF2-40B4-BE49-F238E27FC236}">
                <a16:creationId xmlns:a16="http://schemas.microsoft.com/office/drawing/2014/main" id="{2B692161-0D1B-524B-444B-48BFE4BF5ECC}"/>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5" name="Arrow: Pentagon 14">
            <a:extLst>
              <a:ext uri="{FF2B5EF4-FFF2-40B4-BE49-F238E27FC236}">
                <a16:creationId xmlns:a16="http://schemas.microsoft.com/office/drawing/2014/main" id="{3C40246F-80BD-944B-8A39-249E9B97927D}"/>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864567BB-5470-013D-02ED-68C532A1397A}"/>
              </a:ext>
            </a:extLst>
          </p:cNvPr>
          <p:cNvGrpSpPr>
            <a:grpSpLocks noGrp="1" noUngrp="1" noRot="1" noMove="1" noResize="1"/>
          </p:cNvGrpSpPr>
          <p:nvPr/>
        </p:nvGrpSpPr>
        <p:grpSpPr>
          <a:xfrm>
            <a:off x="86945" y="6267040"/>
            <a:ext cx="418897" cy="418897"/>
            <a:chOff x="86945" y="6267040"/>
            <a:chExt cx="418897" cy="418897"/>
          </a:xfrm>
        </p:grpSpPr>
        <p:sp>
          <p:nvSpPr>
            <p:cNvPr id="11" name="Rectangle 10">
              <a:extLst>
                <a:ext uri="{FF2B5EF4-FFF2-40B4-BE49-F238E27FC236}">
                  <a16:creationId xmlns:a16="http://schemas.microsoft.com/office/drawing/2014/main" id="{6EB7AC45-CF07-CFCC-A21F-AEFDB89F9E5B}"/>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6" name="Picture 15">
              <a:hlinkClick r:id="rId5"/>
              <a:extLst>
                <a:ext uri="{FF2B5EF4-FFF2-40B4-BE49-F238E27FC236}">
                  <a16:creationId xmlns:a16="http://schemas.microsoft.com/office/drawing/2014/main" id="{2547A88F-1ED5-7D79-B9F9-829F7C164110}"/>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5975111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1CE9-5798-93D8-0BD7-39D9D16214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7386A51-AD93-50EE-3882-EA1F26E33681}"/>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0" y="0"/>
            <a:ext cx="9906000" cy="6857999"/>
          </a:xfrm>
          <a:prstGeom prst="rect">
            <a:avLst/>
          </a:prstGeom>
        </p:spPr>
      </p:pic>
      <p:sp>
        <p:nvSpPr>
          <p:cNvPr id="6" name="Rectangle: Rounded Corners 5">
            <a:extLst>
              <a:ext uri="{FF2B5EF4-FFF2-40B4-BE49-F238E27FC236}">
                <a16:creationId xmlns:a16="http://schemas.microsoft.com/office/drawing/2014/main" id="{A4C011D3-72BA-5E2B-5FDF-CBED8DC797C8}"/>
              </a:ext>
            </a:extLst>
          </p:cNvPr>
          <p:cNvSpPr>
            <a:spLocks noGrp="1" noRot="1" noMove="1" noResize="1" noEditPoints="1" noAdjustHandles="1" noChangeArrowheads="1" noChangeShapeType="1"/>
          </p:cNvSpPr>
          <p:nvPr/>
        </p:nvSpPr>
        <p:spPr>
          <a:xfrm>
            <a:off x="388360" y="1090398"/>
            <a:ext cx="6407944" cy="954015"/>
          </a:xfrm>
          <a:prstGeom prst="roundRect">
            <a:avLst/>
          </a:prstGeom>
        </p:spPr>
        <p:style>
          <a:lnRef idx="1">
            <a:schemeClr val="accent2"/>
          </a:lnRef>
          <a:fillRef idx="2">
            <a:schemeClr val="accent2"/>
          </a:fillRef>
          <a:effectRef idx="1">
            <a:schemeClr val="accent2"/>
          </a:effectRef>
          <a:fontRef idx="minor">
            <a:schemeClr val="dk1"/>
          </a:fontRef>
        </p:style>
        <p:txBody>
          <a:bodyPr rtlCol="0" anchor="b"/>
          <a:lstStyle/>
          <a:p>
            <a:endParaRPr lang="en-IN" sz="1463" dirty="0">
              <a:highlight>
                <a:srgbClr val="FFFF00"/>
              </a:highlight>
            </a:endParaRPr>
          </a:p>
          <a:p>
            <a:r>
              <a:rPr lang="en-US" sz="1463" b="1" dirty="0">
                <a:highlight>
                  <a:srgbClr val="FFFF00"/>
                </a:highlight>
              </a:rPr>
              <a:t>2. List all customers who have placed an order as well as reviewed a product [intersect not supported] </a:t>
            </a:r>
            <a:endParaRPr lang="en-IN" sz="1463" dirty="0">
              <a:highlight>
                <a:srgbClr val="FFFF00"/>
              </a:highlight>
            </a:endParaRPr>
          </a:p>
        </p:txBody>
      </p:sp>
      <p:sp>
        <p:nvSpPr>
          <p:cNvPr id="7" name="Rectangle: Rounded Corners 6">
            <a:extLst>
              <a:ext uri="{FF2B5EF4-FFF2-40B4-BE49-F238E27FC236}">
                <a16:creationId xmlns:a16="http://schemas.microsoft.com/office/drawing/2014/main" id="{6539B58C-9695-0843-E01E-43210DDE71B7}"/>
              </a:ext>
            </a:extLst>
          </p:cNvPr>
          <p:cNvSpPr>
            <a:spLocks noGrp="1" noRot="1" noMove="1" noResize="1" noEditPoints="1" noAdjustHandles="1" noChangeArrowheads="1" noChangeShapeType="1"/>
          </p:cNvSpPr>
          <p:nvPr/>
        </p:nvSpPr>
        <p:spPr>
          <a:xfrm>
            <a:off x="388360" y="2348351"/>
            <a:ext cx="3883602" cy="3081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463" b="1" dirty="0">
                <a:highlight>
                  <a:srgbClr val="00FF00"/>
                </a:highlight>
              </a:rPr>
              <a:t>select customer_id, name from customers where customer_id in (select customer_id from orders) and customer_id in (select customer_id from product_reviews);</a:t>
            </a:r>
            <a:endParaRPr lang="en-IN" sz="1463" b="1" dirty="0">
              <a:highlight>
                <a:srgbClr val="00FF00"/>
              </a:highlight>
            </a:endParaRPr>
          </a:p>
        </p:txBody>
      </p:sp>
      <p:sp>
        <p:nvSpPr>
          <p:cNvPr id="9" name="Oval 8">
            <a:extLst>
              <a:ext uri="{FF2B5EF4-FFF2-40B4-BE49-F238E27FC236}">
                <a16:creationId xmlns:a16="http://schemas.microsoft.com/office/drawing/2014/main" id="{CD427D7C-FEAF-F25D-D1A8-BEF5A7CF292D}"/>
              </a:ext>
            </a:extLst>
          </p:cNvPr>
          <p:cNvSpPr>
            <a:spLocks noGrp="1" noRot="1" noMove="1" noResize="1" noEditPoints="1" noAdjustHandles="1" noChangeArrowheads="1" noChangeShapeType="1"/>
          </p:cNvSpPr>
          <p:nvPr/>
        </p:nvSpPr>
        <p:spPr>
          <a:xfrm>
            <a:off x="498118" y="1204189"/>
            <a:ext cx="1257949" cy="31733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463"/>
          </a:p>
        </p:txBody>
      </p:sp>
      <p:sp>
        <p:nvSpPr>
          <p:cNvPr id="8" name="TextBox 7">
            <a:extLst>
              <a:ext uri="{FF2B5EF4-FFF2-40B4-BE49-F238E27FC236}">
                <a16:creationId xmlns:a16="http://schemas.microsoft.com/office/drawing/2014/main" id="{A03F194F-641E-7AA0-1ED6-428CC5F4DA9C}"/>
              </a:ext>
            </a:extLst>
          </p:cNvPr>
          <p:cNvSpPr txBox="1">
            <a:spLocks noGrp="1" noRot="1" noMove="1" noResize="1" noEditPoints="1" noAdjustHandles="1" noChangeArrowheads="1" noChangeShapeType="1"/>
          </p:cNvSpPr>
          <p:nvPr/>
        </p:nvSpPr>
        <p:spPr>
          <a:xfrm>
            <a:off x="599428" y="1212815"/>
            <a:ext cx="1055327" cy="307777"/>
          </a:xfrm>
          <a:prstGeom prst="rect">
            <a:avLst/>
          </a:prstGeom>
          <a:noFill/>
        </p:spPr>
        <p:txBody>
          <a:bodyPr wrap="square" rtlCol="0">
            <a:spAutoFit/>
          </a:bodyPr>
          <a:lstStyle/>
          <a:p>
            <a:r>
              <a:rPr lang="en-IN" sz="1400" b="1" dirty="0">
                <a:solidFill>
                  <a:schemeClr val="bg1"/>
                </a:solidFill>
                <a:highlight>
                  <a:srgbClr val="000000"/>
                </a:highlight>
              </a:rPr>
              <a:t>QUESTION</a:t>
            </a:r>
            <a:endParaRPr lang="en-IN" sz="1463" b="1" dirty="0">
              <a:solidFill>
                <a:schemeClr val="bg1"/>
              </a:solidFill>
              <a:highlight>
                <a:srgbClr val="000000"/>
              </a:highlight>
            </a:endParaRPr>
          </a:p>
        </p:txBody>
      </p:sp>
      <p:sp>
        <p:nvSpPr>
          <p:cNvPr id="10" name="Oval 9">
            <a:extLst>
              <a:ext uri="{FF2B5EF4-FFF2-40B4-BE49-F238E27FC236}">
                <a16:creationId xmlns:a16="http://schemas.microsoft.com/office/drawing/2014/main" id="{5916D5B4-55EC-968A-706E-BD9288BDB941}"/>
              </a:ext>
            </a:extLst>
          </p:cNvPr>
          <p:cNvSpPr>
            <a:spLocks noGrp="1" noRot="1" noMove="1" noResize="1" noEditPoints="1" noAdjustHandles="1" noChangeArrowheads="1" noChangeShapeType="1"/>
          </p:cNvSpPr>
          <p:nvPr/>
        </p:nvSpPr>
        <p:spPr>
          <a:xfrm>
            <a:off x="1563999" y="2348348"/>
            <a:ext cx="1532335" cy="388360"/>
          </a:xfrm>
          <a:prstGeom prst="ellipse">
            <a:avLst/>
          </a:prstGeom>
          <a:solidFill>
            <a:srgbClr val="C0000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1463" b="1" dirty="0"/>
              <a:t>QUERY</a:t>
            </a:r>
          </a:p>
        </p:txBody>
      </p:sp>
      <p:sp>
        <p:nvSpPr>
          <p:cNvPr id="12" name="Rectangle: Rounded Corners 11">
            <a:extLst>
              <a:ext uri="{FF2B5EF4-FFF2-40B4-BE49-F238E27FC236}">
                <a16:creationId xmlns:a16="http://schemas.microsoft.com/office/drawing/2014/main" id="{7B0477F1-3FC7-63D2-FC03-1C14BF07089D}"/>
              </a:ext>
            </a:extLst>
          </p:cNvPr>
          <p:cNvSpPr>
            <a:spLocks noGrp="1" noRot="1" noMove="1" noResize="1" noEditPoints="1" noAdjustHandles="1" noChangeArrowheads="1" noChangeShapeType="1"/>
          </p:cNvSpPr>
          <p:nvPr/>
        </p:nvSpPr>
        <p:spPr>
          <a:xfrm>
            <a:off x="4407048" y="2171054"/>
            <a:ext cx="5403272" cy="384983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sz="1463" dirty="0"/>
          </a:p>
        </p:txBody>
      </p:sp>
      <p:sp>
        <p:nvSpPr>
          <p:cNvPr id="13" name="Rectangle: Rounded Corners 12">
            <a:extLst>
              <a:ext uri="{FF2B5EF4-FFF2-40B4-BE49-F238E27FC236}">
                <a16:creationId xmlns:a16="http://schemas.microsoft.com/office/drawing/2014/main" id="{38B8DEAE-FE9C-F975-8973-61E00D16BD71}"/>
              </a:ext>
            </a:extLst>
          </p:cNvPr>
          <p:cNvSpPr>
            <a:spLocks noGrp="1" noRot="1" noMove="1" noResize="1" noEditPoints="1" noAdjustHandles="1" noChangeArrowheads="1" noChangeShapeType="1"/>
          </p:cNvSpPr>
          <p:nvPr/>
        </p:nvSpPr>
        <p:spPr>
          <a:xfrm>
            <a:off x="6163107" y="2217487"/>
            <a:ext cx="1891146" cy="26172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OUTPUT</a:t>
            </a:r>
          </a:p>
        </p:txBody>
      </p:sp>
      <p:sp>
        <p:nvSpPr>
          <p:cNvPr id="2" name="Rectangle: Rounded Corners 1">
            <a:extLst>
              <a:ext uri="{FF2B5EF4-FFF2-40B4-BE49-F238E27FC236}">
                <a16:creationId xmlns:a16="http://schemas.microsoft.com/office/drawing/2014/main" id="{4AFF75B1-C6AF-FF77-E04E-9FC305E06ED6}"/>
              </a:ext>
            </a:extLst>
          </p:cNvPr>
          <p:cNvSpPr>
            <a:spLocks noGrp="1" noRot="1" noMove="1" noResize="1" noEditPoints="1" noAdjustHandles="1" noChangeArrowheads="1" noChangeShapeType="1"/>
          </p:cNvSpPr>
          <p:nvPr/>
        </p:nvSpPr>
        <p:spPr>
          <a:xfrm>
            <a:off x="2926096" y="1090398"/>
            <a:ext cx="1350091" cy="2239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463" b="1" dirty="0"/>
              <a:t>LEVEL:6</a:t>
            </a:r>
          </a:p>
        </p:txBody>
      </p:sp>
      <p:pic>
        <p:nvPicPr>
          <p:cNvPr id="16" name="Picture 15">
            <a:extLst>
              <a:ext uri="{FF2B5EF4-FFF2-40B4-BE49-F238E27FC236}">
                <a16:creationId xmlns:a16="http://schemas.microsoft.com/office/drawing/2014/main" id="{D4BEE4E4-7C01-0423-1675-CF18F9031D9C}"/>
              </a:ext>
            </a:extLst>
          </p:cNvPr>
          <p:cNvPicPr>
            <a:picLocks noGrp="1" noRot="1" noChangeAspect="1" noMove="1" noResize="1" noEditPoints="1" noAdjustHandles="1" noChangeArrowheads="1" noChangeShapeType="1" noCrop="1"/>
          </p:cNvPicPr>
          <p:nvPr/>
        </p:nvPicPr>
        <p:blipFill>
          <a:blip r:embed="rId4"/>
          <a:stretch>
            <a:fillRect/>
          </a:stretch>
        </p:blipFill>
        <p:spPr>
          <a:xfrm>
            <a:off x="5701245" y="2736710"/>
            <a:ext cx="2814876" cy="2730851"/>
          </a:xfrm>
          <a:prstGeom prst="rect">
            <a:avLst/>
          </a:prstGeom>
        </p:spPr>
      </p:pic>
      <p:sp>
        <p:nvSpPr>
          <p:cNvPr id="11" name="Flowchart: Punched Tape 10">
            <a:extLst>
              <a:ext uri="{FF2B5EF4-FFF2-40B4-BE49-F238E27FC236}">
                <a16:creationId xmlns:a16="http://schemas.microsoft.com/office/drawing/2014/main" id="{DDAEC5AB-5405-E929-37A8-6211764F308F}"/>
              </a:ext>
            </a:extLst>
          </p:cNvPr>
          <p:cNvSpPr>
            <a:spLocks noGrp="1" noRot="1" noMove="1" noResize="1" noEditPoints="1" noAdjustHandles="1" noChangeArrowheads="1" noChangeShapeType="1"/>
          </p:cNvSpPr>
          <p:nvPr/>
        </p:nvSpPr>
        <p:spPr>
          <a:xfrm>
            <a:off x="6520576" y="714073"/>
            <a:ext cx="3185201" cy="829891"/>
          </a:xfrm>
          <a:prstGeom prst="flowChartPunchedTap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Wave2">
              <a:avLst/>
            </a:prstTxWarp>
          </a:bodyPr>
          <a:lstStyle/>
          <a:p>
            <a:pPr algn="ctr"/>
            <a:r>
              <a:rPr lang="en-IN" sz="1463" b="1" dirty="0"/>
              <a:t>MY SQL PROJECT</a:t>
            </a:r>
          </a:p>
        </p:txBody>
      </p:sp>
      <p:sp>
        <p:nvSpPr>
          <p:cNvPr id="14" name="Arrow: Pentagon 13">
            <a:extLst>
              <a:ext uri="{FF2B5EF4-FFF2-40B4-BE49-F238E27FC236}">
                <a16:creationId xmlns:a16="http://schemas.microsoft.com/office/drawing/2014/main" id="{3D5F4FF1-369C-81E4-2187-216D90947CA0}"/>
              </a:ext>
            </a:extLst>
          </p:cNvPr>
          <p:cNvSpPr>
            <a:spLocks noGrp="1" noRot="1" noMove="1" noResize="1" noEditPoints="1" noAdjustHandles="1" noChangeArrowheads="1" noChangeShapeType="1"/>
          </p:cNvSpPr>
          <p:nvPr/>
        </p:nvSpPr>
        <p:spPr>
          <a:xfrm>
            <a:off x="86945" y="5740841"/>
            <a:ext cx="2995511" cy="41889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63" b="1" dirty="0"/>
              <a:t>RISHU HRITHIK</a:t>
            </a:r>
          </a:p>
        </p:txBody>
      </p:sp>
      <p:grpSp>
        <p:nvGrpSpPr>
          <p:cNvPr id="3" name="Group 2">
            <a:extLst>
              <a:ext uri="{FF2B5EF4-FFF2-40B4-BE49-F238E27FC236}">
                <a16:creationId xmlns:a16="http://schemas.microsoft.com/office/drawing/2014/main" id="{AF2C50B9-903C-77F4-018C-CD0D3264C60C}"/>
              </a:ext>
            </a:extLst>
          </p:cNvPr>
          <p:cNvGrpSpPr>
            <a:grpSpLocks noGrp="1" noUngrp="1" noRot="1" noMove="1" noResize="1"/>
          </p:cNvGrpSpPr>
          <p:nvPr/>
        </p:nvGrpSpPr>
        <p:grpSpPr>
          <a:xfrm>
            <a:off x="86945" y="6267040"/>
            <a:ext cx="418897" cy="418897"/>
            <a:chOff x="86945" y="6267040"/>
            <a:chExt cx="418897" cy="418897"/>
          </a:xfrm>
        </p:grpSpPr>
        <p:sp>
          <p:nvSpPr>
            <p:cNvPr id="4" name="Rectangle 3">
              <a:extLst>
                <a:ext uri="{FF2B5EF4-FFF2-40B4-BE49-F238E27FC236}">
                  <a16:creationId xmlns:a16="http://schemas.microsoft.com/office/drawing/2014/main" id="{9613D8DD-FA3C-D230-0C8A-A0A9C4A69892}"/>
                </a:ext>
              </a:extLst>
            </p:cNvPr>
            <p:cNvSpPr>
              <a:spLocks noGrp="1" noRot="1" noMove="1" noResize="1" noEditPoints="1" noAdjustHandles="1" noChangeArrowheads="1" noChangeShapeType="1"/>
            </p:cNvSpPr>
            <p:nvPr/>
          </p:nvSpPr>
          <p:spPr>
            <a:xfrm>
              <a:off x="86945" y="6267040"/>
              <a:ext cx="418897" cy="418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15" name="Picture 14">
              <a:hlinkClick r:id="rId5"/>
              <a:extLst>
                <a:ext uri="{FF2B5EF4-FFF2-40B4-BE49-F238E27FC236}">
                  <a16:creationId xmlns:a16="http://schemas.microsoft.com/office/drawing/2014/main" id="{F6C5BDC6-3BE4-AB8A-8C4D-CAA927167040}"/>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86945" y="6267040"/>
              <a:ext cx="418897" cy="418897"/>
            </a:xfrm>
            <a:prstGeom prst="rect">
              <a:avLst/>
            </a:prstGeom>
          </p:spPr>
        </p:pic>
      </p:grpSp>
    </p:spTree>
    <p:extLst>
      <p:ext uri="{BB962C8B-B14F-4D97-AF65-F5344CB8AC3E}">
        <p14:creationId xmlns:p14="http://schemas.microsoft.com/office/powerpoint/2010/main" val="40148409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17</TotalTime>
  <Words>2470</Words>
  <Application>Microsoft Office PowerPoint</Application>
  <PresentationFormat>A4 Paper (210x297 mm)</PresentationFormat>
  <Paragraphs>417</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fkGroteskNeue</vt:lpstr>
      <vt:lpstr>Arial</vt:lpstr>
      <vt:lpstr>Wingdings 3</vt:lpstr>
      <vt:lpstr>Aptos</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Rishu Hrithik</dc:creator>
  <cp:lastModifiedBy>Rishu Hrithik</cp:lastModifiedBy>
  <cp:revision>14</cp:revision>
  <cp:lastPrinted>2026-02-23T10:26:57Z</cp:lastPrinted>
  <dcterms:created xsi:type="dcterms:W3CDTF">2026-01-30T09:31:59Z</dcterms:created>
  <dcterms:modified xsi:type="dcterms:W3CDTF">2026-02-23T13:58:45Z</dcterms:modified>
</cp:coreProperties>
</file>